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bS5Yw7BrJ3LteHr0ytDgGnufm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56865" y="2807186"/>
            <a:ext cx="10693500" cy="53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સત્ર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80"/>
              <a:buFont typeface="Arial"/>
              <a:buNone/>
            </a:pPr>
            <a:r>
              <a:rPr b="1" i="0" lang="en-US" sz="828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Session-1</a:t>
            </a:r>
            <a:endParaRPr b="1" i="0" sz="828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80"/>
              <a:buFont typeface="Arial"/>
              <a:buNone/>
            </a:pPr>
            <a:r>
              <a:rPr b="1" i="0" lang="en-US" sz="8280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Lakhpati Didi Training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3485712" y="7535052"/>
            <a:ext cx="4648902" cy="2763005"/>
          </a:xfrm>
          <a:custGeom>
            <a:rect b="b" l="l" r="r" t="t"/>
            <a:pathLst>
              <a:path extrusionOk="0" h="7258769" w="10760978">
                <a:moveTo>
                  <a:pt x="0" y="0"/>
                </a:moveTo>
                <a:lnTo>
                  <a:pt x="10760978" y="0"/>
                </a:lnTo>
                <a:lnTo>
                  <a:pt x="10760978" y="7258769"/>
                </a:lnTo>
                <a:lnTo>
                  <a:pt x="0" y="725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2078457">
            <a:off x="2854677" y="701088"/>
            <a:ext cx="3188920" cy="2325075"/>
          </a:xfrm>
          <a:custGeom>
            <a:rect b="b" l="l" r="r" t="t"/>
            <a:pathLst>
              <a:path extrusionOk="0" h="6435461" w="9540441">
                <a:moveTo>
                  <a:pt x="0" y="0"/>
                </a:moveTo>
                <a:lnTo>
                  <a:pt x="9540440" y="0"/>
                </a:lnTo>
                <a:lnTo>
                  <a:pt x="9540440" y="6435461"/>
                </a:lnTo>
                <a:lnTo>
                  <a:pt x="0" y="6435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987978" y="1866900"/>
            <a:ext cx="6854382" cy="7429237"/>
          </a:xfrm>
          <a:custGeom>
            <a:rect b="b" l="l" r="r" t="t"/>
            <a:pathLst>
              <a:path extrusionOk="0" h="7429237" w="6854382">
                <a:moveTo>
                  <a:pt x="0" y="0"/>
                </a:moveTo>
                <a:lnTo>
                  <a:pt x="6854382" y="0"/>
                </a:lnTo>
                <a:lnTo>
                  <a:pt x="6854382" y="7429237"/>
                </a:lnTo>
                <a:lnTo>
                  <a:pt x="0" y="7429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153" l="0" r="0" t="-6154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2753712" y="226384"/>
            <a:ext cx="4505588" cy="2146363"/>
          </a:xfrm>
          <a:custGeom>
            <a:rect b="b" l="l" r="r" t="t"/>
            <a:pathLst>
              <a:path extrusionOk="0" h="2146363" w="4505588">
                <a:moveTo>
                  <a:pt x="0" y="0"/>
                </a:moveTo>
                <a:lnTo>
                  <a:pt x="4505588" y="0"/>
                </a:lnTo>
                <a:lnTo>
                  <a:pt x="4505588" y="2146362"/>
                </a:lnTo>
                <a:lnTo>
                  <a:pt x="0" y="2146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41826" y="8232262"/>
            <a:ext cx="1314491" cy="1304932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1" y="0"/>
                </a:lnTo>
                <a:lnTo>
                  <a:pt x="1314491" y="1304931"/>
                </a:lnTo>
                <a:lnTo>
                  <a:pt x="0" y="1304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6010591" y="8123619"/>
            <a:ext cx="4799423" cy="1521317"/>
          </a:xfrm>
          <a:custGeom>
            <a:rect b="b" l="l" r="r" t="t"/>
            <a:pathLst>
              <a:path extrusionOk="0" h="1521317" w="4799423">
                <a:moveTo>
                  <a:pt x="0" y="0"/>
                </a:moveTo>
                <a:lnTo>
                  <a:pt x="4799423" y="0"/>
                </a:lnTo>
                <a:lnTo>
                  <a:pt x="4799423" y="1521317"/>
                </a:lnTo>
                <a:lnTo>
                  <a:pt x="0" y="152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2150369" y="2440541"/>
            <a:ext cx="258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Ministry of Rural Development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911256" y="2468482"/>
            <a:ext cx="258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DAY-NRLM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Session-1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557925" y="6107700"/>
            <a:ext cx="7772100" cy="3860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>
            <a:off x="3098473" y="468609"/>
            <a:ext cx="10413526" cy="1183895"/>
            <a:chOff x="0" y="-85725"/>
            <a:chExt cx="2742657" cy="311807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2742657" cy="226082"/>
            </a:xfrm>
            <a:custGeom>
              <a:rect b="b" l="l" r="r" t="t"/>
              <a:pathLst>
                <a:path extrusionOk="0" h="226082" w="2742657">
                  <a:moveTo>
                    <a:pt x="0" y="0"/>
                  </a:moveTo>
                  <a:lnTo>
                    <a:pt x="2742657" y="0"/>
                  </a:lnTo>
                  <a:lnTo>
                    <a:pt x="2742657" y="226082"/>
                  </a:lnTo>
                  <a:lnTo>
                    <a:pt x="0" y="226082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85725"/>
              <a:ext cx="2742657" cy="311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0" marR="0" rtl="0" algn="l">
                <a:lnSpc>
                  <a:spcPct val="13803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9"/>
                <a:buFont typeface="Arial"/>
                <a:buNone/>
              </a:pPr>
              <a:r>
                <a:rPr b="1" i="0" lang="en-US" sz="4009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            LET US KNOW EACH OTHER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5400000">
            <a:off x="-3429978" y="3429976"/>
            <a:ext cx="10287001" cy="3427051"/>
          </a:xfrm>
          <a:custGeom>
            <a:rect b="b" l="l" r="r" t="t"/>
            <a:pathLst>
              <a:path extrusionOk="0" h="7921017" w="10472498">
                <a:moveTo>
                  <a:pt x="0" y="0"/>
                </a:moveTo>
                <a:lnTo>
                  <a:pt x="10472497" y="0"/>
                </a:lnTo>
                <a:lnTo>
                  <a:pt x="10472497" y="7921016"/>
                </a:lnTo>
                <a:lnTo>
                  <a:pt x="0" y="7921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-9041523">
            <a:off x="14000492" y="7293839"/>
            <a:ext cx="3970007" cy="3014522"/>
          </a:xfrm>
          <a:custGeom>
            <a:rect b="b" l="l" r="r" t="t"/>
            <a:pathLst>
              <a:path extrusionOk="0" h="7002870" w="10381614">
                <a:moveTo>
                  <a:pt x="0" y="0"/>
                </a:moveTo>
                <a:lnTo>
                  <a:pt x="10381614" y="0"/>
                </a:lnTo>
                <a:lnTo>
                  <a:pt x="10381614" y="7002871"/>
                </a:lnTo>
                <a:lnTo>
                  <a:pt x="0" y="7002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796795" y="2730392"/>
            <a:ext cx="7804441" cy="5549825"/>
          </a:xfrm>
          <a:custGeom>
            <a:rect b="b" l="l" r="r" t="t"/>
            <a:pathLst>
              <a:path extrusionOk="0" h="5549825" w="7804441">
                <a:moveTo>
                  <a:pt x="0" y="0"/>
                </a:moveTo>
                <a:lnTo>
                  <a:pt x="7804441" y="0"/>
                </a:lnTo>
                <a:lnTo>
                  <a:pt x="7804441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3"/>
          <p:cNvGrpSpPr/>
          <p:nvPr/>
        </p:nvGrpSpPr>
        <p:grpSpPr>
          <a:xfrm>
            <a:off x="4713384" y="497629"/>
            <a:ext cx="10169112" cy="1556072"/>
            <a:chOff x="0" y="-85725"/>
            <a:chExt cx="2678285" cy="409830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2678285" cy="324105"/>
            </a:xfrm>
            <a:custGeom>
              <a:rect b="b" l="l" r="r" t="t"/>
              <a:pathLst>
                <a:path extrusionOk="0" h="324105" w="2678285">
                  <a:moveTo>
                    <a:pt x="19033" y="0"/>
                  </a:moveTo>
                  <a:lnTo>
                    <a:pt x="2659252" y="0"/>
                  </a:lnTo>
                  <a:cubicBezTo>
                    <a:pt x="2669763" y="0"/>
                    <a:pt x="2678285" y="8521"/>
                    <a:pt x="2678285" y="19033"/>
                  </a:cubicBezTo>
                  <a:lnTo>
                    <a:pt x="2678285" y="305072"/>
                  </a:lnTo>
                  <a:cubicBezTo>
                    <a:pt x="2678285" y="310120"/>
                    <a:pt x="2676279" y="314961"/>
                    <a:pt x="2672710" y="318530"/>
                  </a:cubicBezTo>
                  <a:cubicBezTo>
                    <a:pt x="2669141" y="322099"/>
                    <a:pt x="2664300" y="324105"/>
                    <a:pt x="2659252" y="324105"/>
                  </a:cubicBezTo>
                  <a:lnTo>
                    <a:pt x="19033" y="324105"/>
                  </a:lnTo>
                  <a:cubicBezTo>
                    <a:pt x="8521" y="324105"/>
                    <a:pt x="0" y="315583"/>
                    <a:pt x="0" y="305072"/>
                  </a:cubicBezTo>
                  <a:lnTo>
                    <a:pt x="0" y="19033"/>
                  </a:lnTo>
                  <a:cubicBezTo>
                    <a:pt x="0" y="13985"/>
                    <a:pt x="2005" y="9144"/>
                    <a:pt x="5575" y="5575"/>
                  </a:cubicBezTo>
                  <a:cubicBezTo>
                    <a:pt x="9144" y="2005"/>
                    <a:pt x="13985" y="0"/>
                    <a:pt x="19033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-85725"/>
              <a:ext cx="2678285" cy="409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8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rPr b="1" i="0" lang="en-US" sz="431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What will we talk about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2121754">
            <a:off x="385294" y="8916248"/>
            <a:ext cx="1286811" cy="1099839"/>
          </a:xfrm>
          <a:custGeom>
            <a:rect b="b" l="l" r="r" t="t"/>
            <a:pathLst>
              <a:path extrusionOk="0" h="1099839" w="1286811">
                <a:moveTo>
                  <a:pt x="0" y="0"/>
                </a:moveTo>
                <a:lnTo>
                  <a:pt x="1286812" y="0"/>
                </a:lnTo>
                <a:lnTo>
                  <a:pt x="1286812" y="1099839"/>
                </a:lnTo>
                <a:lnTo>
                  <a:pt x="0" y="1099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>
            <a:off x="8482466" y="2971025"/>
            <a:ext cx="9211799" cy="5181637"/>
          </a:xfrm>
          <a:custGeom>
            <a:rect b="b" l="l" r="r" t="t"/>
            <a:pathLst>
              <a:path extrusionOk="0" h="5181637" w="9211799">
                <a:moveTo>
                  <a:pt x="0" y="0"/>
                </a:moveTo>
                <a:lnTo>
                  <a:pt x="9211799" y="0"/>
                </a:lnTo>
                <a:lnTo>
                  <a:pt x="9211799" y="5181637"/>
                </a:lnTo>
                <a:lnTo>
                  <a:pt x="0" y="5181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16131468" y="8645332"/>
            <a:ext cx="2184965" cy="1641668"/>
          </a:xfrm>
          <a:custGeom>
            <a:rect b="b" l="l" r="r" t="t"/>
            <a:pathLst>
              <a:path extrusionOk="0" h="3753350" w="3753350">
                <a:moveTo>
                  <a:pt x="0" y="0"/>
                </a:moveTo>
                <a:lnTo>
                  <a:pt x="3753350" y="0"/>
                </a:lnTo>
                <a:lnTo>
                  <a:pt x="3753350" y="3753350"/>
                </a:lnTo>
                <a:lnTo>
                  <a:pt x="0" y="3753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2559498" y="197769"/>
            <a:ext cx="1845743" cy="2119329"/>
          </a:xfrm>
          <a:custGeom>
            <a:rect b="b" l="l" r="r" t="t"/>
            <a:pathLst>
              <a:path extrusionOk="0" h="2119329" w="1845743">
                <a:moveTo>
                  <a:pt x="0" y="0"/>
                </a:moveTo>
                <a:lnTo>
                  <a:pt x="1845742" y="0"/>
                </a:lnTo>
                <a:lnTo>
                  <a:pt x="1845742" y="2119329"/>
                </a:lnTo>
                <a:lnTo>
                  <a:pt x="0" y="2119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 txBox="1"/>
          <p:nvPr/>
        </p:nvSpPr>
        <p:spPr>
          <a:xfrm>
            <a:off x="1560588" y="2805792"/>
            <a:ext cx="6921900" cy="5932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rPr b="1" i="0" lang="en-US" sz="3634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1.Knowing each other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rPr b="1" i="0" lang="en-US" sz="3634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2.Participants Expectations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rPr b="1" i="0" lang="en-US" sz="3634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3.Training objectives</a:t>
            </a:r>
            <a:endParaRPr b="1" i="0" sz="3634" u="none" cap="none" strike="noStrike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9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rPr b="1" i="0" lang="en-US" sz="3634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4.Session plan</a:t>
            </a:r>
            <a:endParaRPr b="1" i="0" sz="3634" u="none" cap="none" strike="noStrike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rPr b="1" i="0" lang="en-US" sz="3634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5. Training enrolment</a:t>
            </a:r>
            <a:endParaRPr b="1" i="0" sz="3634" u="none" cap="none" strike="noStrike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93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4"/>
              <a:buFont typeface="Arial"/>
              <a:buNone/>
            </a:pPr>
            <a:r>
              <a:t/>
            </a:r>
            <a:endParaRPr b="1" i="0" sz="3634" u="none" cap="none" strike="noStrike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2048932" y="2904208"/>
            <a:ext cx="1598198" cy="1598198"/>
          </a:xfrm>
          <a:custGeom>
            <a:rect b="b" l="l" r="r" t="t"/>
            <a:pathLst>
              <a:path extrusionOk="0" h="1598198" w="1598198">
                <a:moveTo>
                  <a:pt x="0" y="0"/>
                </a:moveTo>
                <a:lnTo>
                  <a:pt x="1598198" y="0"/>
                </a:lnTo>
                <a:lnTo>
                  <a:pt x="1598198" y="1598198"/>
                </a:lnTo>
                <a:lnTo>
                  <a:pt x="0" y="159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2420282" y="3580670"/>
            <a:ext cx="1598198" cy="1598198"/>
          </a:xfrm>
          <a:custGeom>
            <a:rect b="b" l="l" r="r" t="t"/>
            <a:pathLst>
              <a:path extrusionOk="0" h="1598198" w="1598198">
                <a:moveTo>
                  <a:pt x="0" y="0"/>
                </a:moveTo>
                <a:lnTo>
                  <a:pt x="1598198" y="0"/>
                </a:lnTo>
                <a:lnTo>
                  <a:pt x="1598198" y="1598197"/>
                </a:lnTo>
                <a:lnTo>
                  <a:pt x="0" y="15981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2048932" y="7374381"/>
            <a:ext cx="1598198" cy="1598198"/>
          </a:xfrm>
          <a:custGeom>
            <a:rect b="b" l="l" r="r" t="t"/>
            <a:pathLst>
              <a:path extrusionOk="0" h="1598198" w="1598198">
                <a:moveTo>
                  <a:pt x="0" y="0"/>
                </a:moveTo>
                <a:lnTo>
                  <a:pt x="1598198" y="0"/>
                </a:lnTo>
                <a:lnTo>
                  <a:pt x="1598198" y="1598198"/>
                </a:lnTo>
                <a:lnTo>
                  <a:pt x="0" y="159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/>
          <p:nvPr/>
        </p:nvSpPr>
        <p:spPr>
          <a:xfrm>
            <a:off x="2281030" y="5455415"/>
            <a:ext cx="1062581" cy="1080258"/>
          </a:xfrm>
          <a:custGeom>
            <a:rect b="b" l="l" r="r" t="t"/>
            <a:pathLst>
              <a:path extrusionOk="0" h="1080258" w="1062581">
                <a:moveTo>
                  <a:pt x="0" y="0"/>
                </a:moveTo>
                <a:lnTo>
                  <a:pt x="1062581" y="0"/>
                </a:lnTo>
                <a:lnTo>
                  <a:pt x="1062581" y="1080257"/>
                </a:lnTo>
                <a:lnTo>
                  <a:pt x="0" y="1080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4"/>
          <p:cNvSpPr/>
          <p:nvPr/>
        </p:nvSpPr>
        <p:spPr>
          <a:xfrm>
            <a:off x="2420280" y="7724679"/>
            <a:ext cx="923330" cy="936959"/>
          </a:xfrm>
          <a:custGeom>
            <a:rect b="b" l="l" r="r" t="t"/>
            <a:pathLst>
              <a:path extrusionOk="0" h="936959" w="923330">
                <a:moveTo>
                  <a:pt x="0" y="0"/>
                </a:moveTo>
                <a:lnTo>
                  <a:pt x="923331" y="0"/>
                </a:lnTo>
                <a:lnTo>
                  <a:pt x="923331" y="936958"/>
                </a:lnTo>
                <a:lnTo>
                  <a:pt x="0" y="93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 rot="-5400000">
            <a:off x="16399378" y="-227355"/>
            <a:ext cx="2512109" cy="2512109"/>
          </a:xfrm>
          <a:custGeom>
            <a:rect b="b" l="l" r="r" t="t"/>
            <a:pathLst>
              <a:path extrusionOk="0" h="2512109" w="2512109">
                <a:moveTo>
                  <a:pt x="0" y="0"/>
                </a:moveTo>
                <a:lnTo>
                  <a:pt x="2512110" y="0"/>
                </a:lnTo>
                <a:lnTo>
                  <a:pt x="2512110" y="2512110"/>
                </a:lnTo>
                <a:lnTo>
                  <a:pt x="0" y="251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11294719" y="2284755"/>
            <a:ext cx="6024773" cy="6024773"/>
          </a:xfrm>
          <a:custGeom>
            <a:rect b="b" l="l" r="r" t="t"/>
            <a:pathLst>
              <a:path extrusionOk="0" h="6024773" w="6024773">
                <a:moveTo>
                  <a:pt x="0" y="0"/>
                </a:moveTo>
                <a:lnTo>
                  <a:pt x="6024773" y="0"/>
                </a:lnTo>
                <a:lnTo>
                  <a:pt x="6024773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2117192" y="3239920"/>
            <a:ext cx="1461657" cy="1262506"/>
          </a:xfrm>
          <a:custGeom>
            <a:rect b="b" l="l" r="r" t="t"/>
            <a:pathLst>
              <a:path extrusionOk="0" h="1262506" w="1461657">
                <a:moveTo>
                  <a:pt x="0" y="0"/>
                </a:moveTo>
                <a:lnTo>
                  <a:pt x="1461657" y="0"/>
                </a:lnTo>
                <a:lnTo>
                  <a:pt x="1461657" y="1262507"/>
                </a:lnTo>
                <a:lnTo>
                  <a:pt x="0" y="1262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 txBox="1"/>
          <p:nvPr/>
        </p:nvSpPr>
        <p:spPr>
          <a:xfrm>
            <a:off x="4010157" y="2999042"/>
            <a:ext cx="87765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INTRODUCE YOURSELF TO THE GROUP- YOU AS A PERSON AND YOUR WORK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010157" y="5633594"/>
            <a:ext cx="72846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WHAT ARE YOU MOST PROUD OF?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3905382" y="7621658"/>
            <a:ext cx="81483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WHAT ARE YOUR EXPECTATIONS FROM THE TRAINING?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59575" y="1888408"/>
            <a:ext cx="15439800" cy="1349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POINTERS FOR DISCUSSION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2558624" y="7554983"/>
            <a:ext cx="2937000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10 Minutes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 rot="10800000">
            <a:off x="923954" y="1950405"/>
            <a:ext cx="6442545" cy="2026473"/>
          </a:xfrm>
          <a:custGeom>
            <a:rect b="b" l="l" r="r" t="t"/>
            <a:pathLst>
              <a:path extrusionOk="0" h="2026473" w="6442545">
                <a:moveTo>
                  <a:pt x="0" y="0"/>
                </a:moveTo>
                <a:lnTo>
                  <a:pt x="6442546" y="0"/>
                </a:lnTo>
                <a:lnTo>
                  <a:pt x="6442546" y="2026473"/>
                </a:lnTo>
                <a:lnTo>
                  <a:pt x="0" y="2026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 rot="10800000">
            <a:off x="7220575" y="2215834"/>
            <a:ext cx="10038725" cy="3157635"/>
          </a:xfrm>
          <a:custGeom>
            <a:rect b="b" l="l" r="r" t="t"/>
            <a:pathLst>
              <a:path extrusionOk="0" h="3157635" w="10038725">
                <a:moveTo>
                  <a:pt x="0" y="0"/>
                </a:moveTo>
                <a:lnTo>
                  <a:pt x="10038725" y="0"/>
                </a:lnTo>
                <a:lnTo>
                  <a:pt x="10038725" y="3157636"/>
                </a:lnTo>
                <a:lnTo>
                  <a:pt x="0" y="3157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 rot="10800000">
            <a:off x="778029" y="5503450"/>
            <a:ext cx="13859195" cy="4359347"/>
          </a:xfrm>
          <a:custGeom>
            <a:rect b="b" l="l" r="r" t="t"/>
            <a:pathLst>
              <a:path extrusionOk="0" h="4359347" w="13859195">
                <a:moveTo>
                  <a:pt x="0" y="0"/>
                </a:moveTo>
                <a:lnTo>
                  <a:pt x="13859196" y="0"/>
                </a:lnTo>
                <a:lnTo>
                  <a:pt x="13859196" y="4359347"/>
                </a:lnTo>
                <a:lnTo>
                  <a:pt x="0" y="4359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 txBox="1"/>
          <p:nvPr/>
        </p:nvSpPr>
        <p:spPr>
          <a:xfrm>
            <a:off x="2313318" y="6068795"/>
            <a:ext cx="12568800" cy="406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Knowledge and Skill Enhancement of CRPs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the purpose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•Livelihood Planning and Handholding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•Training &amp; Capacity Building of Didis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•Monitoring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t/>
            </a:r>
            <a:endParaRPr b="1" i="0" sz="3474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t/>
            </a:r>
            <a:endParaRPr b="1" i="0" sz="3474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2" name="Google Shape;142;p5"/>
          <p:cNvGrpSpPr/>
          <p:nvPr/>
        </p:nvGrpSpPr>
        <p:grpSpPr>
          <a:xfrm>
            <a:off x="866793" y="2361088"/>
            <a:ext cx="913517" cy="979267"/>
            <a:chOff x="0" y="0"/>
            <a:chExt cx="812800" cy="871300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812800" cy="871300"/>
            </a:xfrm>
            <a:custGeom>
              <a:rect b="b" l="l" r="r" t="t"/>
              <a:pathLst>
                <a:path extrusionOk="0" h="871300" w="812800">
                  <a:moveTo>
                    <a:pt x="406400" y="0"/>
                  </a:moveTo>
                  <a:cubicBezTo>
                    <a:pt x="181951" y="0"/>
                    <a:pt x="0" y="195047"/>
                    <a:pt x="0" y="435650"/>
                  </a:cubicBezTo>
                  <a:cubicBezTo>
                    <a:pt x="0" y="676253"/>
                    <a:pt x="181951" y="871300"/>
                    <a:pt x="406400" y="871300"/>
                  </a:cubicBezTo>
                  <a:cubicBezTo>
                    <a:pt x="630849" y="871300"/>
                    <a:pt x="812800" y="676253"/>
                    <a:pt x="812800" y="435650"/>
                  </a:cubicBezTo>
                  <a:cubicBezTo>
                    <a:pt x="812800" y="19504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76200" y="53109"/>
              <a:ext cx="660400" cy="736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7630789" y="2932356"/>
            <a:ext cx="957444" cy="957444"/>
            <a:chOff x="0" y="0"/>
            <a:chExt cx="812800" cy="812800"/>
          </a:xfrm>
        </p:grpSpPr>
        <p:sp>
          <p:nvSpPr>
            <p:cNvPr id="146" name="Google Shape;146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5"/>
          <p:cNvGrpSpPr/>
          <p:nvPr/>
        </p:nvGrpSpPr>
        <p:grpSpPr>
          <a:xfrm>
            <a:off x="1023458" y="6087845"/>
            <a:ext cx="1109844" cy="1109844"/>
            <a:chOff x="0" y="0"/>
            <a:chExt cx="812800" cy="812800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5"/>
          <p:cNvSpPr txBox="1"/>
          <p:nvPr/>
        </p:nvSpPr>
        <p:spPr>
          <a:xfrm>
            <a:off x="1942217" y="2223691"/>
            <a:ext cx="4114200" cy="1402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Orientation on Lakhpati Didi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8852587" y="2857091"/>
            <a:ext cx="8197500" cy="16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Significance and Role of CRPs and other Stakeholders in making Didis Lakhpati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None/>
            </a:pPr>
            <a:r>
              <a:t/>
            </a:r>
            <a:endParaRPr b="1" i="0" sz="3474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999302" y="449274"/>
            <a:ext cx="9706500" cy="1226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F37221"/>
                </a:solidFill>
                <a:latin typeface="Cambria"/>
                <a:ea typeface="Cambria"/>
                <a:cs typeface="Cambria"/>
                <a:sym typeface="Cambria"/>
              </a:rPr>
              <a:t>TRAINING OBJECTIVES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366434" y="2942816"/>
            <a:ext cx="1486200" cy="934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37"/>
              <a:buFont typeface="Arial"/>
              <a:buNone/>
            </a:pPr>
            <a:r>
              <a:rPr b="0" i="0" lang="en-US" sz="5537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402225" y="1746740"/>
            <a:ext cx="1486200" cy="934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37"/>
              <a:buFont typeface="Arial"/>
              <a:buNone/>
            </a:pPr>
            <a:r>
              <a:rPr b="0" i="0" lang="en-US" sz="5537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846215" y="6225135"/>
            <a:ext cx="1486200" cy="934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37"/>
              <a:buFont typeface="Arial"/>
              <a:buNone/>
            </a:pPr>
            <a:r>
              <a:rPr b="0" i="0" lang="en-US" sz="5537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0"/>
          <p:cNvGrpSpPr/>
          <p:nvPr/>
        </p:nvGrpSpPr>
        <p:grpSpPr>
          <a:xfrm>
            <a:off x="49350" y="-308149"/>
            <a:ext cx="6142386" cy="10957390"/>
            <a:chOff x="0" y="-76200"/>
            <a:chExt cx="1617737" cy="2885878"/>
          </a:xfrm>
        </p:grpSpPr>
        <p:sp>
          <p:nvSpPr>
            <p:cNvPr id="162" name="Google Shape;162;p10"/>
            <p:cNvSpPr/>
            <p:nvPr/>
          </p:nvSpPr>
          <p:spPr>
            <a:xfrm>
              <a:off x="0" y="100345"/>
              <a:ext cx="1617737" cy="2709333"/>
            </a:xfrm>
            <a:custGeom>
              <a:rect b="b" l="l" r="r" t="t"/>
              <a:pathLst>
                <a:path extrusionOk="0" h="2709333" w="1617737">
                  <a:moveTo>
                    <a:pt x="0" y="0"/>
                  </a:moveTo>
                  <a:lnTo>
                    <a:pt x="1617737" y="0"/>
                  </a:lnTo>
                  <a:lnTo>
                    <a:pt x="16177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163" name="Google Shape;163;p10"/>
            <p:cNvSpPr txBox="1"/>
            <p:nvPr/>
          </p:nvSpPr>
          <p:spPr>
            <a:xfrm>
              <a:off x="0" y="-76200"/>
              <a:ext cx="1617737" cy="2785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0"/>
          <p:cNvGrpSpPr/>
          <p:nvPr/>
        </p:nvGrpSpPr>
        <p:grpSpPr>
          <a:xfrm>
            <a:off x="7758875" y="3057417"/>
            <a:ext cx="4286055" cy="3976328"/>
            <a:chOff x="0" y="0"/>
            <a:chExt cx="876111" cy="812800"/>
          </a:xfrm>
        </p:grpSpPr>
        <p:sp>
          <p:nvSpPr>
            <p:cNvPr id="165" name="Google Shape;165;p10"/>
            <p:cNvSpPr/>
            <p:nvPr/>
          </p:nvSpPr>
          <p:spPr>
            <a:xfrm>
              <a:off x="0" y="0"/>
              <a:ext cx="876111" cy="812800"/>
            </a:xfrm>
            <a:custGeom>
              <a:rect b="b" l="l" r="r" t="t"/>
              <a:pathLst>
                <a:path extrusionOk="0" h="812800" w="876111">
                  <a:moveTo>
                    <a:pt x="438056" y="0"/>
                  </a:moveTo>
                  <a:cubicBezTo>
                    <a:pt x="196124" y="0"/>
                    <a:pt x="0" y="181951"/>
                    <a:pt x="0" y="406400"/>
                  </a:cubicBezTo>
                  <a:cubicBezTo>
                    <a:pt x="0" y="630849"/>
                    <a:pt x="196124" y="812800"/>
                    <a:pt x="438056" y="812800"/>
                  </a:cubicBezTo>
                  <a:cubicBezTo>
                    <a:pt x="679987" y="812800"/>
                    <a:pt x="876111" y="630849"/>
                    <a:pt x="876111" y="406400"/>
                  </a:cubicBezTo>
                  <a:cubicBezTo>
                    <a:pt x="876111" y="181951"/>
                    <a:pt x="679987" y="0"/>
                    <a:pt x="438056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0"/>
            <p:cNvSpPr txBox="1"/>
            <p:nvPr/>
          </p:nvSpPr>
          <p:spPr>
            <a:xfrm>
              <a:off x="54504" y="15578"/>
              <a:ext cx="777300" cy="7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45720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4"/>
                <a:buFont typeface="Arial"/>
                <a:buNone/>
              </a:pPr>
              <a:r>
                <a:rPr b="1" i="0" lang="en-US" sz="3094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EXPECTATIONS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4"/>
                <a:buFont typeface="Arial"/>
                <a:buNone/>
              </a:pPr>
              <a:r>
                <a:rPr b="1" i="0" lang="en-US" sz="3094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MENTIONED BY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4"/>
                <a:buFont typeface="Arial"/>
                <a:buNone/>
              </a:pPr>
              <a:r>
                <a:rPr b="1" i="0" lang="en-US" sz="3094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PARTICIPANTS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67" name="Google Shape;167;p10"/>
          <p:cNvGrpSpPr/>
          <p:nvPr/>
        </p:nvGrpSpPr>
        <p:grpSpPr>
          <a:xfrm>
            <a:off x="11828556" y="1049587"/>
            <a:ext cx="3573978" cy="1154072"/>
            <a:chOff x="0" y="-28575"/>
            <a:chExt cx="1347049" cy="434975"/>
          </a:xfrm>
        </p:grpSpPr>
        <p:sp>
          <p:nvSpPr>
            <p:cNvPr id="168" name="Google Shape;168;p10"/>
            <p:cNvSpPr/>
            <p:nvPr/>
          </p:nvSpPr>
          <p:spPr>
            <a:xfrm>
              <a:off x="0" y="0"/>
              <a:ext cx="1347049" cy="406400"/>
            </a:xfrm>
            <a:custGeom>
              <a:rect b="b" l="l" r="r" t="t"/>
              <a:pathLst>
                <a:path extrusionOk="0" h="406400" w="1347049">
                  <a:moveTo>
                    <a:pt x="1143849" y="0"/>
                  </a:moveTo>
                  <a:cubicBezTo>
                    <a:pt x="1256073" y="0"/>
                    <a:pt x="1347049" y="90976"/>
                    <a:pt x="1347049" y="203200"/>
                  </a:cubicBezTo>
                  <a:cubicBezTo>
                    <a:pt x="1347049" y="315424"/>
                    <a:pt x="1256073" y="406400"/>
                    <a:pt x="1143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0" y="-28575"/>
              <a:ext cx="1347049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0"/>
          <p:cNvGrpSpPr/>
          <p:nvPr/>
        </p:nvGrpSpPr>
        <p:grpSpPr>
          <a:xfrm>
            <a:off x="13021768" y="2692424"/>
            <a:ext cx="3573978" cy="1154072"/>
            <a:chOff x="0" y="-28575"/>
            <a:chExt cx="1347049" cy="434975"/>
          </a:xfrm>
        </p:grpSpPr>
        <p:sp>
          <p:nvSpPr>
            <p:cNvPr id="171" name="Google Shape;171;p10"/>
            <p:cNvSpPr/>
            <p:nvPr/>
          </p:nvSpPr>
          <p:spPr>
            <a:xfrm>
              <a:off x="0" y="0"/>
              <a:ext cx="1347049" cy="406400"/>
            </a:xfrm>
            <a:custGeom>
              <a:rect b="b" l="l" r="r" t="t"/>
              <a:pathLst>
                <a:path extrusionOk="0" h="406400" w="1347049">
                  <a:moveTo>
                    <a:pt x="1143849" y="0"/>
                  </a:moveTo>
                  <a:cubicBezTo>
                    <a:pt x="1256073" y="0"/>
                    <a:pt x="1347049" y="90976"/>
                    <a:pt x="1347049" y="203200"/>
                  </a:cubicBezTo>
                  <a:cubicBezTo>
                    <a:pt x="1347049" y="315424"/>
                    <a:pt x="1256073" y="406400"/>
                    <a:pt x="1143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0"/>
            <p:cNvSpPr txBox="1"/>
            <p:nvPr/>
          </p:nvSpPr>
          <p:spPr>
            <a:xfrm>
              <a:off x="0" y="-28575"/>
              <a:ext cx="1347049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0"/>
          <p:cNvGrpSpPr/>
          <p:nvPr/>
        </p:nvGrpSpPr>
        <p:grpSpPr>
          <a:xfrm>
            <a:off x="13612047" y="4555613"/>
            <a:ext cx="3573978" cy="1154072"/>
            <a:chOff x="0" y="-28575"/>
            <a:chExt cx="1347049" cy="434975"/>
          </a:xfrm>
        </p:grpSpPr>
        <p:sp>
          <p:nvSpPr>
            <p:cNvPr id="174" name="Google Shape;174;p10"/>
            <p:cNvSpPr/>
            <p:nvPr/>
          </p:nvSpPr>
          <p:spPr>
            <a:xfrm>
              <a:off x="0" y="0"/>
              <a:ext cx="1347049" cy="406400"/>
            </a:xfrm>
            <a:custGeom>
              <a:rect b="b" l="l" r="r" t="t"/>
              <a:pathLst>
                <a:path extrusionOk="0" h="406400" w="1347049">
                  <a:moveTo>
                    <a:pt x="1143849" y="0"/>
                  </a:moveTo>
                  <a:cubicBezTo>
                    <a:pt x="1256073" y="0"/>
                    <a:pt x="1347049" y="90976"/>
                    <a:pt x="1347049" y="203200"/>
                  </a:cubicBezTo>
                  <a:cubicBezTo>
                    <a:pt x="1347049" y="315424"/>
                    <a:pt x="1256073" y="406400"/>
                    <a:pt x="1143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0"/>
            <p:cNvSpPr txBox="1"/>
            <p:nvPr/>
          </p:nvSpPr>
          <p:spPr>
            <a:xfrm>
              <a:off x="0" y="-28575"/>
              <a:ext cx="1347049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13031512" y="6195845"/>
            <a:ext cx="3573978" cy="1154072"/>
            <a:chOff x="0" y="-28575"/>
            <a:chExt cx="1347049" cy="434975"/>
          </a:xfrm>
        </p:grpSpPr>
        <p:sp>
          <p:nvSpPr>
            <p:cNvPr id="177" name="Google Shape;177;p10"/>
            <p:cNvSpPr/>
            <p:nvPr/>
          </p:nvSpPr>
          <p:spPr>
            <a:xfrm>
              <a:off x="0" y="0"/>
              <a:ext cx="1347049" cy="406400"/>
            </a:xfrm>
            <a:custGeom>
              <a:rect b="b" l="l" r="r" t="t"/>
              <a:pathLst>
                <a:path extrusionOk="0" h="406400" w="1347049">
                  <a:moveTo>
                    <a:pt x="1143849" y="0"/>
                  </a:moveTo>
                  <a:cubicBezTo>
                    <a:pt x="1256073" y="0"/>
                    <a:pt x="1347049" y="90976"/>
                    <a:pt x="1347049" y="203200"/>
                  </a:cubicBezTo>
                  <a:cubicBezTo>
                    <a:pt x="1347049" y="315424"/>
                    <a:pt x="1256073" y="406400"/>
                    <a:pt x="1143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0"/>
            <p:cNvSpPr txBox="1"/>
            <p:nvPr/>
          </p:nvSpPr>
          <p:spPr>
            <a:xfrm>
              <a:off x="0" y="-28575"/>
              <a:ext cx="1347049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0"/>
          <p:cNvGrpSpPr/>
          <p:nvPr/>
        </p:nvGrpSpPr>
        <p:grpSpPr>
          <a:xfrm>
            <a:off x="11825058" y="7836077"/>
            <a:ext cx="3573978" cy="1154072"/>
            <a:chOff x="0" y="-28575"/>
            <a:chExt cx="1347049" cy="434975"/>
          </a:xfrm>
        </p:grpSpPr>
        <p:sp>
          <p:nvSpPr>
            <p:cNvPr id="180" name="Google Shape;180;p10"/>
            <p:cNvSpPr/>
            <p:nvPr/>
          </p:nvSpPr>
          <p:spPr>
            <a:xfrm>
              <a:off x="0" y="0"/>
              <a:ext cx="1347049" cy="406400"/>
            </a:xfrm>
            <a:custGeom>
              <a:rect b="b" l="l" r="r" t="t"/>
              <a:pathLst>
                <a:path extrusionOk="0" h="406400" w="1347049">
                  <a:moveTo>
                    <a:pt x="1143849" y="0"/>
                  </a:moveTo>
                  <a:cubicBezTo>
                    <a:pt x="1256073" y="0"/>
                    <a:pt x="1347049" y="90976"/>
                    <a:pt x="1347049" y="203200"/>
                  </a:cubicBezTo>
                  <a:cubicBezTo>
                    <a:pt x="1347049" y="315424"/>
                    <a:pt x="1256073" y="406400"/>
                    <a:pt x="1143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0" y="-28575"/>
              <a:ext cx="1347049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0"/>
          <p:cNvSpPr/>
          <p:nvPr/>
        </p:nvSpPr>
        <p:spPr>
          <a:xfrm rot="1605981">
            <a:off x="9608735" y="7654492"/>
            <a:ext cx="1985179" cy="560813"/>
          </a:xfrm>
          <a:custGeom>
            <a:rect b="b" l="l" r="r" t="t"/>
            <a:pathLst>
              <a:path extrusionOk="0" h="560813" w="1985179">
                <a:moveTo>
                  <a:pt x="0" y="0"/>
                </a:moveTo>
                <a:lnTo>
                  <a:pt x="1985180" y="0"/>
                </a:lnTo>
                <a:lnTo>
                  <a:pt x="1985180" y="560813"/>
                </a:lnTo>
                <a:lnTo>
                  <a:pt x="0" y="560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0"/>
          <p:cNvSpPr/>
          <p:nvPr/>
        </p:nvSpPr>
        <p:spPr>
          <a:xfrm flipH="1" rot="7851052">
            <a:off x="9900733" y="2086546"/>
            <a:ext cx="1985179" cy="560813"/>
          </a:xfrm>
          <a:custGeom>
            <a:rect b="b" l="l" r="r" t="t"/>
            <a:pathLst>
              <a:path extrusionOk="0" h="560813" w="1985179">
                <a:moveTo>
                  <a:pt x="1985180" y="0"/>
                </a:moveTo>
                <a:lnTo>
                  <a:pt x="0" y="0"/>
                </a:lnTo>
                <a:lnTo>
                  <a:pt x="0" y="560813"/>
                </a:lnTo>
                <a:lnTo>
                  <a:pt x="1985180" y="560813"/>
                </a:lnTo>
                <a:lnTo>
                  <a:pt x="198518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0"/>
          <p:cNvSpPr/>
          <p:nvPr/>
        </p:nvSpPr>
        <p:spPr>
          <a:xfrm>
            <a:off x="12044930" y="4956057"/>
            <a:ext cx="1567117" cy="428998"/>
          </a:xfrm>
          <a:custGeom>
            <a:rect b="b" l="l" r="r" t="t"/>
            <a:pathLst>
              <a:path extrusionOk="0" h="428998" w="1567117">
                <a:moveTo>
                  <a:pt x="0" y="0"/>
                </a:moveTo>
                <a:lnTo>
                  <a:pt x="1567117" y="0"/>
                </a:lnTo>
                <a:lnTo>
                  <a:pt x="1567117" y="428999"/>
                </a:lnTo>
                <a:lnTo>
                  <a:pt x="0" y="428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0"/>
          <p:cNvSpPr txBox="1"/>
          <p:nvPr/>
        </p:nvSpPr>
        <p:spPr>
          <a:xfrm>
            <a:off x="75468" y="3800088"/>
            <a:ext cx="6066900" cy="220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32"/>
              <a:buFont typeface="Arial"/>
              <a:buNone/>
            </a:pPr>
            <a:r>
              <a:rPr b="1" i="0" lang="en-US" sz="5432" u="none" cap="none" strike="noStrike">
                <a:solidFill>
                  <a:srgbClr val="FDFBFB"/>
                </a:solidFill>
                <a:latin typeface="Cambria"/>
                <a:ea typeface="Cambria"/>
                <a:cs typeface="Cambria"/>
                <a:sym typeface="Cambria"/>
              </a:rPr>
              <a:t>EXPECTATION MAPPING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10"/>
          <p:cNvSpPr/>
          <p:nvPr/>
        </p:nvSpPr>
        <p:spPr>
          <a:xfrm rot="-1482789">
            <a:off x="11436739" y="3365359"/>
            <a:ext cx="1567117" cy="428998"/>
          </a:xfrm>
          <a:custGeom>
            <a:rect b="b" l="l" r="r" t="t"/>
            <a:pathLst>
              <a:path extrusionOk="0" h="428998" w="1567117">
                <a:moveTo>
                  <a:pt x="0" y="0"/>
                </a:moveTo>
                <a:lnTo>
                  <a:pt x="1567117" y="0"/>
                </a:lnTo>
                <a:lnTo>
                  <a:pt x="1567117" y="428998"/>
                </a:lnTo>
                <a:lnTo>
                  <a:pt x="0" y="428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0"/>
          <p:cNvSpPr/>
          <p:nvPr/>
        </p:nvSpPr>
        <p:spPr>
          <a:xfrm rot="963931">
            <a:off x="11341001" y="6429684"/>
            <a:ext cx="1567117" cy="428998"/>
          </a:xfrm>
          <a:custGeom>
            <a:rect b="b" l="l" r="r" t="t"/>
            <a:pathLst>
              <a:path extrusionOk="0" h="428998" w="1567117">
                <a:moveTo>
                  <a:pt x="0" y="0"/>
                </a:moveTo>
                <a:lnTo>
                  <a:pt x="1567117" y="0"/>
                </a:lnTo>
                <a:lnTo>
                  <a:pt x="1567117" y="428998"/>
                </a:lnTo>
                <a:lnTo>
                  <a:pt x="0" y="428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/>
        </p:nvSpPr>
        <p:spPr>
          <a:xfrm>
            <a:off x="1037750" y="1550150"/>
            <a:ext cx="15126600" cy="8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Concept of  Lakhpati Didi 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Livelihood and its type (Focus on Lakhpati)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Lakhpati Livelihood Planning 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Planning Process at SHG, VO, CLF level and tools for planning 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Lakhpati livelihood planning tool- Demo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Roles and responsibilities of Stakeholders 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Resource Provisions   </a:t>
            </a:r>
            <a:endParaRPr b="0" i="0" sz="11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Aajeevika Register </a:t>
            </a:r>
            <a:endParaRPr b="0" i="0" sz="2971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Social Security</a:t>
            </a:r>
            <a:endParaRPr b="0" i="0" sz="2971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Group exercise</a:t>
            </a:r>
            <a:endParaRPr b="0" i="0" sz="2971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Orientation of VO/CLF</a:t>
            </a:r>
            <a:endParaRPr b="0" i="0" sz="2971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7258" lvl="0" marL="457200" marR="0" rtl="0" algn="l">
              <a:lnSpc>
                <a:spcPct val="163008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971"/>
              <a:buFont typeface="Cambria"/>
              <a:buAutoNum type="arabicPeriod"/>
            </a:pPr>
            <a:r>
              <a:rPr b="0" i="0" lang="en-US" sz="2971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Valedictory &amp; feedback back</a:t>
            </a:r>
            <a:endParaRPr b="0" i="0" sz="2971" u="none" cap="none" strike="noStrike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93" name="Google Shape;193;p11"/>
          <p:cNvGrpSpPr/>
          <p:nvPr/>
        </p:nvGrpSpPr>
        <p:grpSpPr>
          <a:xfrm>
            <a:off x="4019892" y="-291376"/>
            <a:ext cx="10248213" cy="1189622"/>
            <a:chOff x="0" y="-85725"/>
            <a:chExt cx="2699100" cy="313314"/>
          </a:xfrm>
        </p:grpSpPr>
        <p:sp>
          <p:nvSpPr>
            <p:cNvPr id="194" name="Google Shape;194;p11"/>
            <p:cNvSpPr/>
            <p:nvPr/>
          </p:nvSpPr>
          <p:spPr>
            <a:xfrm>
              <a:off x="0" y="0"/>
              <a:ext cx="2698967" cy="227589"/>
            </a:xfrm>
            <a:custGeom>
              <a:rect b="b" l="l" r="r" t="t"/>
              <a:pathLst>
                <a:path extrusionOk="0" h="227589" w="2698967">
                  <a:moveTo>
                    <a:pt x="18887" y="0"/>
                  </a:moveTo>
                  <a:lnTo>
                    <a:pt x="2680080" y="0"/>
                  </a:lnTo>
                  <a:cubicBezTo>
                    <a:pt x="2685089" y="0"/>
                    <a:pt x="2689893" y="1990"/>
                    <a:pt x="2693435" y="5532"/>
                  </a:cubicBezTo>
                  <a:cubicBezTo>
                    <a:pt x="2696977" y="9074"/>
                    <a:pt x="2698967" y="13878"/>
                    <a:pt x="2698967" y="18887"/>
                  </a:cubicBezTo>
                  <a:lnTo>
                    <a:pt x="2698967" y="208702"/>
                  </a:lnTo>
                  <a:cubicBezTo>
                    <a:pt x="2698967" y="219133"/>
                    <a:pt x="2690511" y="227589"/>
                    <a:pt x="2680080" y="227589"/>
                  </a:cubicBezTo>
                  <a:lnTo>
                    <a:pt x="18887" y="227589"/>
                  </a:lnTo>
                  <a:cubicBezTo>
                    <a:pt x="13878" y="227589"/>
                    <a:pt x="9074" y="225599"/>
                    <a:pt x="5532" y="222057"/>
                  </a:cubicBezTo>
                  <a:cubicBezTo>
                    <a:pt x="1990" y="218515"/>
                    <a:pt x="0" y="213711"/>
                    <a:pt x="0" y="208702"/>
                  </a:cubicBezTo>
                  <a:lnTo>
                    <a:pt x="0" y="18887"/>
                  </a:lnTo>
                  <a:cubicBezTo>
                    <a:pt x="0" y="8456"/>
                    <a:pt x="8456" y="0"/>
                    <a:pt x="18887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0" y="-85725"/>
              <a:ext cx="26991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8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10"/>
                <a:buFont typeface="Arial"/>
                <a:buNone/>
              </a:pPr>
              <a:r>
                <a:rPr b="1" i="0" lang="en-US" sz="421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CRP SESSION PLAN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96" name="Google Shape;196;p11"/>
          <p:cNvSpPr/>
          <p:nvPr/>
        </p:nvSpPr>
        <p:spPr>
          <a:xfrm rot="2119258">
            <a:off x="16363618" y="270456"/>
            <a:ext cx="1285350" cy="1098591"/>
          </a:xfrm>
          <a:custGeom>
            <a:rect b="b" l="l" r="r" t="t"/>
            <a:pathLst>
              <a:path extrusionOk="0" h="1099839" w="1286811">
                <a:moveTo>
                  <a:pt x="0" y="0"/>
                </a:moveTo>
                <a:lnTo>
                  <a:pt x="1286811" y="0"/>
                </a:lnTo>
                <a:lnTo>
                  <a:pt x="1286811" y="1099839"/>
                </a:lnTo>
                <a:lnTo>
                  <a:pt x="0" y="1099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1"/>
          <p:cNvSpPr/>
          <p:nvPr/>
        </p:nvSpPr>
        <p:spPr>
          <a:xfrm>
            <a:off x="13694435" y="4649692"/>
            <a:ext cx="3965638" cy="4114800"/>
          </a:xfrm>
          <a:custGeom>
            <a:rect b="b" l="l" r="r" t="t"/>
            <a:pathLst>
              <a:path extrusionOk="0" h="4114800" w="3965638">
                <a:moveTo>
                  <a:pt x="0" y="0"/>
                </a:moveTo>
                <a:lnTo>
                  <a:pt x="3965638" y="0"/>
                </a:lnTo>
                <a:lnTo>
                  <a:pt x="3965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1"/>
          <p:cNvSpPr txBox="1"/>
          <p:nvPr/>
        </p:nvSpPr>
        <p:spPr>
          <a:xfrm>
            <a:off x="1824300" y="898250"/>
            <a:ext cx="15489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n-US" sz="4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Days, 12 Sessions</a:t>
            </a:r>
            <a:endParaRPr b="1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 rot="-8013643">
            <a:off x="12662041" y="212144"/>
            <a:ext cx="5304769" cy="4621487"/>
          </a:xfrm>
          <a:custGeom>
            <a:rect b="b" l="l" r="r" t="t"/>
            <a:pathLst>
              <a:path extrusionOk="0" h="10168633" w="15074792">
                <a:moveTo>
                  <a:pt x="0" y="0"/>
                </a:moveTo>
                <a:lnTo>
                  <a:pt x="15074792" y="0"/>
                </a:lnTo>
                <a:lnTo>
                  <a:pt x="15074792" y="10168632"/>
                </a:lnTo>
                <a:lnTo>
                  <a:pt x="0" y="1016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4961979" y="1641825"/>
            <a:ext cx="1314491" cy="1304932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1" y="0"/>
                </a:lnTo>
                <a:lnTo>
                  <a:pt x="1314491" y="1304932"/>
                </a:lnTo>
                <a:lnTo>
                  <a:pt x="0" y="1304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2"/>
          <p:cNvSpPr/>
          <p:nvPr/>
        </p:nvSpPr>
        <p:spPr>
          <a:xfrm rot="-8008104">
            <a:off x="213710" y="6757979"/>
            <a:ext cx="4510888" cy="3490169"/>
          </a:xfrm>
          <a:custGeom>
            <a:rect b="b" l="l" r="r" t="t"/>
            <a:pathLst>
              <a:path extrusionOk="0" h="4600674" w="6820406">
                <a:moveTo>
                  <a:pt x="0" y="0"/>
                </a:moveTo>
                <a:lnTo>
                  <a:pt x="6820406" y="0"/>
                </a:lnTo>
                <a:lnTo>
                  <a:pt x="6820406" y="4600674"/>
                </a:lnTo>
                <a:lnTo>
                  <a:pt x="0" y="460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2"/>
          <p:cNvSpPr txBox="1"/>
          <p:nvPr/>
        </p:nvSpPr>
        <p:spPr>
          <a:xfrm>
            <a:off x="1236243" y="6988666"/>
            <a:ext cx="12342300" cy="1813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55"/>
              <a:buFont typeface="Arial"/>
              <a:buNone/>
            </a:pPr>
            <a:r>
              <a:rPr b="1" i="0" lang="en-US" sz="8755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Any questions?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2006-08-15T13:00:00Z</dcterms:created>
  <dc:creator>23043RP34I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609b7d933beb429d90054c3f4c360c41</vt:lpwstr>
  </property>
</Properties>
</file>