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AC14612-F737-4C3C-BECB-D3756568E76A}">
  <a:tblStyle styleId="{BAC14612-F737-4C3C-BECB-D3756568E76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AF0E7"/>
          </a:solidFill>
        </a:fill>
      </a:tcStyle>
    </a:wholeTbl>
    <a:band1H>
      <a:tcTxStyle b="off" i="off"/>
      <a:tcStyle>
        <a:fill>
          <a:solidFill>
            <a:srgbClr val="D2E0CC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D2E0CC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2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2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2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2"/>
          </a:solidFill>
        </a:fill>
      </a:tcStyle>
    </a:firstRow>
    <a:neCell>
      <a:tcTxStyle b="off" i="off"/>
    </a:neCell>
    <a:nwCell>
      <a:tcTxStyle b="off" i="off"/>
    </a:nwCell>
  </a:tblStyle>
  <a:tblStyle styleId="{30BB5FD3-C5EB-41B4-BEBA-B970E20FB061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FF6E7"/>
          </a:solidFill>
        </a:fill>
      </a:tcStyle>
    </a:wholeTbl>
    <a:band1H>
      <a:tcTxStyle b="off" i="off"/>
      <a:tcStyle>
        <a:fill>
          <a:solidFill>
            <a:srgbClr val="DDECCC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DDECCC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60A10181-62C3-4B9A-9E9A-70E95A88B7DE}" styleName="Table_2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lt1"/>
          </a:solidFill>
        </a:fill>
      </a:tcStyle>
    </a:wholeTbl>
    <a:band1H>
      <a:tcTxStyle b="off" i="off"/>
      <a:tcStyle>
        <a:fill>
          <a:solidFill>
            <a:srgbClr val="E8F4FE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E8F4FE"/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l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6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This section will focus on understanding the concepts and elements of sustainable livelihoods.</a:t>
            </a:r>
            <a:endParaRPr/>
          </a:p>
        </p:txBody>
      </p:sp>
      <p:sp>
        <p:nvSpPr>
          <p:cNvPr id="121" name="Google Shape;121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" name="Google Shape;208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" name="Google Shape;224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5" name="Google Shape;245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66" name="Google Shape;266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8" name="Google Shape;31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9" name="Google Shape;37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2" name="Google Shape;46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3" name="Google Shape;463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2" name="Google Shape;49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3" name="Google Shape;493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3" name="Google Shape;52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4" name="Google Shape;524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5" name="Google Shape;61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0" name="Google Shape;620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2" name="Google Shape;632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26523a04a8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26523a04a8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g26523a04a86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26523a04a86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26523a04a86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g26523a04a86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6" name="Google Shape;65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7" name="Google Shape;65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 Image Full">
  <p:cSld name="Quote 1 Image Full">
    <p:bg>
      <p:bgPr>
        <a:solidFill>
          <a:srgbClr val="DEDED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0" y="1143000"/>
            <a:ext cx="4572000" cy="4572000"/>
          </a:xfrm>
          <a:prstGeom prst="rect">
            <a:avLst/>
          </a:prstGeom>
          <a:solidFill>
            <a:srgbClr val="E0301E"/>
          </a:solidFill>
          <a:ln>
            <a:noFill/>
          </a:ln>
        </p:spPr>
        <p:txBody>
          <a:bodyPr anchorCtr="0" anchor="t" bIns="180000" lIns="438900" spcFirstLastPara="1" rIns="252000" wrap="square" tIns="14400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0" sz="2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/>
          <p:nvPr/>
        </p:nvSpPr>
        <p:spPr>
          <a:xfrm>
            <a:off x="442913" y="1623703"/>
            <a:ext cx="871539" cy="679451"/>
          </a:xfrm>
          <a:custGeom>
            <a:rect b="b" l="l" r="r" t="t"/>
            <a:pathLst>
              <a:path extrusionOk="0" h="1424" w="1811">
                <a:moveTo>
                  <a:pt x="1757" y="1424"/>
                </a:moveTo>
                <a:lnTo>
                  <a:pt x="1757" y="1424"/>
                </a:lnTo>
                <a:lnTo>
                  <a:pt x="1099" y="1424"/>
                </a:lnTo>
                <a:lnTo>
                  <a:pt x="1099" y="953"/>
                </a:lnTo>
                <a:cubicBezTo>
                  <a:pt x="1099" y="761"/>
                  <a:pt x="1115" y="610"/>
                  <a:pt x="1149" y="501"/>
                </a:cubicBezTo>
                <a:cubicBezTo>
                  <a:pt x="1183" y="392"/>
                  <a:pt x="1245" y="293"/>
                  <a:pt x="1337" y="206"/>
                </a:cubicBezTo>
                <a:cubicBezTo>
                  <a:pt x="1428" y="118"/>
                  <a:pt x="1543" y="50"/>
                  <a:pt x="1682" y="0"/>
                </a:cubicBezTo>
                <a:lnTo>
                  <a:pt x="1811" y="271"/>
                </a:lnTo>
                <a:cubicBezTo>
                  <a:pt x="1680" y="315"/>
                  <a:pt x="1586" y="376"/>
                  <a:pt x="1529" y="454"/>
                </a:cubicBezTo>
                <a:cubicBezTo>
                  <a:pt x="1472" y="532"/>
                  <a:pt x="1442" y="636"/>
                  <a:pt x="1439" y="766"/>
                </a:cubicBezTo>
                <a:lnTo>
                  <a:pt x="1757" y="766"/>
                </a:lnTo>
                <a:lnTo>
                  <a:pt x="1757" y="1424"/>
                </a:lnTo>
                <a:close/>
                <a:moveTo>
                  <a:pt x="658" y="1424"/>
                </a:moveTo>
                <a:lnTo>
                  <a:pt x="658" y="1424"/>
                </a:lnTo>
                <a:lnTo>
                  <a:pt x="0" y="1424"/>
                </a:lnTo>
                <a:lnTo>
                  <a:pt x="0" y="953"/>
                </a:lnTo>
                <a:cubicBezTo>
                  <a:pt x="0" y="763"/>
                  <a:pt x="16" y="612"/>
                  <a:pt x="50" y="502"/>
                </a:cubicBezTo>
                <a:cubicBezTo>
                  <a:pt x="83" y="392"/>
                  <a:pt x="146" y="293"/>
                  <a:pt x="236" y="206"/>
                </a:cubicBezTo>
                <a:cubicBezTo>
                  <a:pt x="327" y="118"/>
                  <a:pt x="442" y="50"/>
                  <a:pt x="583" y="0"/>
                </a:cubicBezTo>
                <a:lnTo>
                  <a:pt x="712" y="271"/>
                </a:lnTo>
                <a:cubicBezTo>
                  <a:pt x="581" y="315"/>
                  <a:pt x="487" y="376"/>
                  <a:pt x="430" y="454"/>
                </a:cubicBezTo>
                <a:cubicBezTo>
                  <a:pt x="373" y="532"/>
                  <a:pt x="342" y="636"/>
                  <a:pt x="339" y="766"/>
                </a:cubicBezTo>
                <a:lnTo>
                  <a:pt x="658" y="766"/>
                </a:lnTo>
                <a:lnTo>
                  <a:pt x="658" y="142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2"/>
          <p:cNvSpPr txBox="1"/>
          <p:nvPr>
            <p:ph idx="10" type="dt"/>
          </p:nvPr>
        </p:nvSpPr>
        <p:spPr>
          <a:xfrm>
            <a:off x="9984296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1" type="ftr"/>
          </p:nvPr>
        </p:nvSpPr>
        <p:spPr>
          <a:xfrm>
            <a:off x="442912" y="6355080"/>
            <a:ext cx="5473701" cy="1371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  <a:defRPr b="0" i="0" sz="75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  <a:defRPr b="0" i="0" sz="75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  <a:defRPr b="0" i="0" sz="75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  <a:defRPr b="0" i="0" sz="75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  <a:defRPr b="0" i="0" sz="75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  <a:defRPr b="0" i="0" sz="75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  <a:defRPr b="0" i="0" sz="75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  <a:defRPr b="0" i="0" sz="75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  <a:defRPr b="0" i="0" sz="75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7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" type="subTitle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" name="Google Shape;52;p7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55" name="Google Shape;55;p7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8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b="0" sz="8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1" name="Google Shape;61;p8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64" name="Google Shape;64;p8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" type="body"/>
          </p:nvPr>
        </p:nvSpPr>
        <p:spPr>
          <a:xfrm>
            <a:off x="1097278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" type="body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75" name="Google Shape;75;p10"/>
          <p:cNvSpPr txBox="1"/>
          <p:nvPr>
            <p:ph idx="2" type="body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6" name="Google Shape;76;p10"/>
          <p:cNvSpPr txBox="1"/>
          <p:nvPr>
            <p:ph idx="3" type="body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77" name="Google Shape;77;p10"/>
          <p:cNvSpPr txBox="1"/>
          <p:nvPr>
            <p:ph idx="4" type="body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8" name="Google Shape;78;p10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0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1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2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2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2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2"/>
          <p:cNvSpPr txBox="1"/>
          <p:nvPr>
            <p:ph idx="1" type="body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1" name="Google Shape;91;p12"/>
          <p:cNvSpPr txBox="1"/>
          <p:nvPr>
            <p:ph idx="2" type="body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92" name="Google Shape;92;p12"/>
          <p:cNvSpPr txBox="1"/>
          <p:nvPr>
            <p:ph idx="10" type="dt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2"/>
          <p:cNvSpPr txBox="1"/>
          <p:nvPr>
            <p:ph idx="11" type="ftr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3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3"/>
          <p:cNvSpPr txBox="1"/>
          <p:nvPr>
            <p:ph type="title"/>
          </p:nvPr>
        </p:nvSpPr>
        <p:spPr>
          <a:xfrm>
            <a:off x="1097280" y="5074920"/>
            <a:ext cx="10113645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3"/>
          <p:cNvSpPr/>
          <p:nvPr>
            <p:ph idx="2" type="pic"/>
          </p:nvPr>
        </p:nvSpPr>
        <p:spPr>
          <a:xfrm>
            <a:off x="15" y="0"/>
            <a:ext cx="12191985" cy="4915076"/>
          </a:xfrm>
          <a:prstGeom prst="rect">
            <a:avLst/>
          </a:prstGeom>
          <a:solidFill>
            <a:srgbClr val="D2CDB0"/>
          </a:solidFill>
          <a:ln>
            <a:noFill/>
          </a:ln>
        </p:spPr>
      </p:sp>
      <p:sp>
        <p:nvSpPr>
          <p:cNvPr id="100" name="Google Shape;100;p13"/>
          <p:cNvSpPr txBox="1"/>
          <p:nvPr>
            <p:ph idx="1" type="body"/>
          </p:nvPr>
        </p:nvSpPr>
        <p:spPr>
          <a:xfrm>
            <a:off x="1097280" y="5907024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01" name="Google Shape;101;p1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3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4"/>
          <p:cNvSpPr txBox="1"/>
          <p:nvPr>
            <p:ph idx="1" type="body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07" name="Google Shape;107;p14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4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5"/>
          <p:cNvSpPr txBox="1"/>
          <p:nvPr>
            <p:ph type="title"/>
          </p:nvPr>
        </p:nvSpPr>
        <p:spPr>
          <a:xfrm rot="5400000">
            <a:off x="7159401" y="1977801"/>
            <a:ext cx="575989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5"/>
          <p:cNvSpPr txBox="1"/>
          <p:nvPr>
            <p:ph idx="1" type="body"/>
          </p:nvPr>
        </p:nvSpPr>
        <p:spPr>
          <a:xfrm rot="5400000">
            <a:off x="1825401" y="-574899"/>
            <a:ext cx="575989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15" name="Google Shape;115;p15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5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42914" y="432001"/>
            <a:ext cx="11306175" cy="1387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eorgia"/>
              <a:buNone/>
              <a:defRPr b="0" i="0" sz="3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42914" y="2103437"/>
            <a:ext cx="11306175" cy="4068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  <a:defRPr b="0" i="0" sz="75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  <a:defRPr b="0" i="0" sz="75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  <a:defRPr b="0" i="0" sz="75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  <a:defRPr b="0" i="0" sz="75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  <a:defRPr b="0" i="0" sz="75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  <a:defRPr b="0" i="0" sz="75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  <a:defRPr b="0" i="0" sz="75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  <a:defRPr b="0" i="0" sz="75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  <a:defRPr b="0" i="0" sz="75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3" name="Google Shape;13;p1"/>
          <p:cNvSpPr txBox="1"/>
          <p:nvPr>
            <p:ph idx="10" type="dt"/>
          </p:nvPr>
        </p:nvSpPr>
        <p:spPr>
          <a:xfrm>
            <a:off x="9984296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5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1" type="ftr"/>
          </p:nvPr>
        </p:nvSpPr>
        <p:spPr>
          <a:xfrm>
            <a:off x="442912" y="6355080"/>
            <a:ext cx="5473701" cy="1371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5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840">
          <p15:clr>
            <a:srgbClr val="F26B43"/>
          </p15:clr>
        </p15:guide>
        <p15:guide id="2" pos="279">
          <p15:clr>
            <a:srgbClr val="F26B43"/>
          </p15:clr>
        </p15:guide>
        <p15:guide id="3" pos="7401">
          <p15:clr>
            <a:srgbClr val="F26B43"/>
          </p15:clr>
        </p15:guide>
        <p15:guide id="4" pos="3953">
          <p15:clr>
            <a:srgbClr val="F26B43"/>
          </p15:clr>
        </p15:guide>
        <p15:guide id="5" pos="3727">
          <p15:clr>
            <a:srgbClr val="F26B43"/>
          </p15:clr>
        </p15:guide>
        <p15:guide id="6" orient="horz" pos="3888">
          <p15:clr>
            <a:srgbClr val="F26B43"/>
          </p15:clr>
        </p15:guide>
        <p15:guide id="7" pos="2726">
          <p15:clr>
            <a:srgbClr val="F26B43"/>
          </p15:clr>
        </p15:guide>
        <p15:guide id="8" pos="2502">
          <p15:clr>
            <a:srgbClr val="F26B43"/>
          </p15:clr>
        </p15:guide>
        <p15:guide id="9" pos="4952">
          <p15:clr>
            <a:srgbClr val="F26B43"/>
          </p15:clr>
        </p15:guide>
        <p15:guide id="10" pos="5177">
          <p15:clr>
            <a:srgbClr val="F26B43"/>
          </p15:clr>
        </p15:guide>
        <p15:guide id="11" orient="horz" pos="816">
          <p15:clr>
            <a:srgbClr val="F26B43"/>
          </p15:clr>
        </p15:guide>
        <p15:guide id="12" orient="horz" pos="27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0" i="0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30" name="Google Shape;30;p3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2.png"/><Relationship Id="rId4" Type="http://schemas.openxmlformats.org/officeDocument/2006/relationships/image" Target="../media/image21.png"/><Relationship Id="rId5" Type="http://schemas.openxmlformats.org/officeDocument/2006/relationships/image" Target="../media/image23.png"/><Relationship Id="rId6" Type="http://schemas.openxmlformats.org/officeDocument/2006/relationships/image" Target="../media/image27.png"/><Relationship Id="rId7" Type="http://schemas.openxmlformats.org/officeDocument/2006/relationships/image" Target="../media/image2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slide" Target="/ppt/slides/slide19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rive.google.com/file/d/1f-zfx0QVNylma4WTTL6FK7-Ub2xk4Ppo/view?usp=drive_link" TargetMode="External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hyperlink" Target="https://drive.google.com/file/d/1wbBCuqFr6MTcpG-nuYeqqn9rM2B_cpO5/view?usp=drive_link" TargetMode="External"/><Relationship Id="rId9" Type="http://schemas.openxmlformats.org/officeDocument/2006/relationships/hyperlink" Target="https://drive.google.com/file/d/1j-KCN9kjS0kMkuqoySV1u8tFpCZQlBqa/view?usp=drive_link" TargetMode="External"/><Relationship Id="rId5" Type="http://schemas.openxmlformats.org/officeDocument/2006/relationships/image" Target="../media/image3.png"/><Relationship Id="rId6" Type="http://schemas.openxmlformats.org/officeDocument/2006/relationships/hyperlink" Target="https://drive.google.com/file/d/1esi1D0TR36bn9BDp0RgYvDHJ1q5JiR7b/view?usp=drive_link" TargetMode="External"/><Relationship Id="rId7" Type="http://schemas.openxmlformats.org/officeDocument/2006/relationships/hyperlink" Target="https://drive.google.com/file/d/1esi1D0TR36bn9BDp0RgYvDHJ1q5JiR7b/view?usp=drive_link" TargetMode="External"/><Relationship Id="rId8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jpg"/><Relationship Id="rId4" Type="http://schemas.openxmlformats.org/officeDocument/2006/relationships/image" Target="../media/image8.jpg"/><Relationship Id="rId5" Type="http://schemas.openxmlformats.org/officeDocument/2006/relationships/image" Target="../media/image1.jpg"/><Relationship Id="rId6" Type="http://schemas.openxmlformats.org/officeDocument/2006/relationships/image" Target="../media/image2.jpg"/><Relationship Id="rId7" Type="http://schemas.openxmlformats.org/officeDocument/2006/relationships/image" Target="../media/image25.jpg"/><Relationship Id="rId8" Type="http://schemas.openxmlformats.org/officeDocument/2006/relationships/image" Target="../media/image1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jpg"/><Relationship Id="rId4" Type="http://schemas.openxmlformats.org/officeDocument/2006/relationships/image" Target="../media/image10.jpg"/><Relationship Id="rId9" Type="http://schemas.openxmlformats.org/officeDocument/2006/relationships/image" Target="../media/image17.jpg"/><Relationship Id="rId5" Type="http://schemas.openxmlformats.org/officeDocument/2006/relationships/image" Target="../media/image15.jpg"/><Relationship Id="rId6" Type="http://schemas.openxmlformats.org/officeDocument/2006/relationships/image" Target="../media/image18.jpg"/><Relationship Id="rId7" Type="http://schemas.openxmlformats.org/officeDocument/2006/relationships/image" Target="../media/image12.jpg"/><Relationship Id="rId8" Type="http://schemas.openxmlformats.org/officeDocument/2006/relationships/image" Target="../media/image13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Relationship Id="rId4" Type="http://schemas.openxmlformats.org/officeDocument/2006/relationships/image" Target="../media/image16.png"/><Relationship Id="rId5" Type="http://schemas.openxmlformats.org/officeDocument/2006/relationships/image" Target="../media/image24.png"/><Relationship Id="rId6" Type="http://schemas.openxmlformats.org/officeDocument/2006/relationships/image" Target="../media/image28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slide" Target="/ppt/slides/slide5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/>
          <p:cNvSpPr txBox="1"/>
          <p:nvPr>
            <p:ph idx="1" type="body"/>
          </p:nvPr>
        </p:nvSpPr>
        <p:spPr>
          <a:xfrm>
            <a:off x="0" y="1143000"/>
            <a:ext cx="6096000" cy="5032948"/>
          </a:xfrm>
          <a:prstGeom prst="rect">
            <a:avLst/>
          </a:prstGeom>
          <a:solidFill>
            <a:srgbClr val="E0301E"/>
          </a:solidFill>
          <a:ln>
            <a:noFill/>
          </a:ln>
        </p:spPr>
        <p:txBody>
          <a:bodyPr anchorCtr="0" anchor="t" bIns="180000" lIns="438900" spcFirstLastPara="1" rIns="252000" wrap="square" tIns="14400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b="1" lang="en-IN" sz="5400">
                <a:latin typeface="Arial"/>
                <a:ea typeface="Arial"/>
                <a:cs typeface="Arial"/>
                <a:sym typeface="Arial"/>
              </a:rPr>
              <a:t>Session-7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b="1" lang="en-IN" sz="5400">
                <a:latin typeface="Arial"/>
                <a:ea typeface="Arial"/>
                <a:cs typeface="Arial"/>
                <a:sym typeface="Arial"/>
              </a:rPr>
              <a:t>Resource Provisions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6"/>
          <p:cNvSpPr txBox="1"/>
          <p:nvPr>
            <p:ph idx="10" type="dt"/>
          </p:nvPr>
        </p:nvSpPr>
        <p:spPr>
          <a:xfrm>
            <a:off x="9984296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1"/>
              <a:buFont typeface="Arial"/>
              <a:buNone/>
            </a:pPr>
            <a:r>
              <a:rPr b="0" i="0" lang="en-IN" sz="75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  <a:endParaRPr b="0" i="0" sz="751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6"/>
          <p:cNvSpPr txBox="1"/>
          <p:nvPr>
            <p:ph idx="11" type="ftr"/>
          </p:nvPr>
        </p:nvSpPr>
        <p:spPr>
          <a:xfrm>
            <a:off x="442912" y="6355080"/>
            <a:ext cx="5473701" cy="1371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1"/>
              <a:buFont typeface="Arial"/>
              <a:buNone/>
            </a:pPr>
            <a:r>
              <a:rPr b="0" i="0" lang="en-IN" sz="75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Presentation Title</a:t>
            </a:r>
            <a:endParaRPr b="0" i="0" sz="751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6"/>
          <p:cNvSpPr txBox="1"/>
          <p:nvPr>
            <p:ph idx="12" type="sldNum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1"/>
              <a:buFont typeface="Arial"/>
              <a:buNone/>
            </a:pPr>
            <a:fld id="{00000000-1234-1234-1234-123412341234}" type="slidenum">
              <a:rPr b="0" i="0" lang="en-IN" sz="75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51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7" name="Google Shape;127;p16"/>
          <p:cNvGrpSpPr/>
          <p:nvPr/>
        </p:nvGrpSpPr>
        <p:grpSpPr>
          <a:xfrm>
            <a:off x="8535147" y="96504"/>
            <a:ext cx="3093470" cy="1476564"/>
            <a:chOff x="8535147" y="96504"/>
            <a:chExt cx="3093470" cy="1476564"/>
          </a:xfrm>
        </p:grpSpPr>
        <p:pic>
          <p:nvPicPr>
            <p:cNvPr id="128" name="Google Shape;128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039190" y="475935"/>
              <a:ext cx="1589427" cy="9781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9" name="Google Shape;129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535147" y="96504"/>
              <a:ext cx="925820" cy="147656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0" name="Google Shape;130;p16"/>
          <p:cNvGrpSpPr/>
          <p:nvPr/>
        </p:nvGrpSpPr>
        <p:grpSpPr>
          <a:xfrm>
            <a:off x="7527236" y="1302270"/>
            <a:ext cx="3867462" cy="4714407"/>
            <a:chOff x="0" y="0"/>
            <a:chExt cx="4053440" cy="5143500"/>
          </a:xfrm>
        </p:grpSpPr>
        <p:sp>
          <p:nvSpPr>
            <p:cNvPr id="131" name="Google Shape;131;p16"/>
            <p:cNvSpPr/>
            <p:nvPr/>
          </p:nvSpPr>
          <p:spPr>
            <a:xfrm>
              <a:off x="0" y="0"/>
              <a:ext cx="4005943" cy="514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67"/>
                <a:buFont typeface="Arial"/>
                <a:buNone/>
              </a:pPr>
              <a:r>
                <a:t/>
              </a:r>
              <a:endParaRPr b="0" i="0" sz="186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32" name="Google Shape;132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0" y="1160768"/>
              <a:ext cx="4053440" cy="275287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3" name="Google Shape;13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7"/>
          <p:cNvSpPr txBox="1"/>
          <p:nvPr/>
        </p:nvSpPr>
        <p:spPr>
          <a:xfrm>
            <a:off x="475437" y="177815"/>
            <a:ext cx="11241125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IN" sz="5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Resource Provisions</a:t>
            </a:r>
            <a:endParaRPr b="1" i="0" sz="60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ow banking sector is scripting new-growth story for Indian women?" id="141" name="Google Shape;14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79858" y="2249416"/>
            <a:ext cx="1561210" cy="156121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/>
          <p:nvPr/>
        </p:nvSpPr>
        <p:spPr>
          <a:xfrm>
            <a:off x="2863543" y="2293054"/>
            <a:ext cx="1885341" cy="1517572"/>
          </a:xfrm>
          <a:prstGeom prst="roundRect">
            <a:avLst>
              <a:gd fmla="val 10000" name="adj"/>
            </a:avLst>
          </a:prstGeom>
          <a:blipFill rotWithShape="1">
            <a:blip r:embed="rId4">
              <a:alphaModFix/>
            </a:blip>
            <a:stretch>
              <a:fillRect b="-2626" l="3356" r="3356" t="-2628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2453740" y="3934055"/>
            <a:ext cx="3779520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Technical Resource- knowledge, Skills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5948847" y="3983204"/>
            <a:ext cx="377952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Financial Resource- Assistance, Loan, Subsidy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1905600" y="6172500"/>
            <a:ext cx="20154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1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Resource Provisions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3920975" y="6172500"/>
            <a:ext cx="21312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8D8D8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Convergence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6033875" y="6172500"/>
            <a:ext cx="18879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Examples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7870438" y="6172500"/>
            <a:ext cx="24348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Questions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8"/>
          <p:cNvSpPr txBox="1"/>
          <p:nvPr/>
        </p:nvSpPr>
        <p:spPr>
          <a:xfrm>
            <a:off x="475437" y="177815"/>
            <a:ext cx="11241125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IN" sz="5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Resource Provisions</a:t>
            </a:r>
            <a:endParaRPr b="1" i="0" sz="60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5" name="Google Shape;155;p18"/>
          <p:cNvGrpSpPr/>
          <p:nvPr/>
        </p:nvGrpSpPr>
        <p:grpSpPr>
          <a:xfrm>
            <a:off x="475436" y="1417320"/>
            <a:ext cx="11241125" cy="4413854"/>
            <a:chOff x="-1" y="0"/>
            <a:chExt cx="7486712" cy="4404360"/>
          </a:xfrm>
        </p:grpSpPr>
        <p:sp>
          <p:nvSpPr>
            <p:cNvPr id="156" name="Google Shape;156;p18"/>
            <p:cNvSpPr/>
            <p:nvPr/>
          </p:nvSpPr>
          <p:spPr>
            <a:xfrm rot="-5400000">
              <a:off x="765060" y="-765060"/>
              <a:ext cx="2202180" cy="3732301"/>
            </a:xfrm>
            <a:prstGeom prst="round1Rect">
              <a:avLst>
                <a:gd fmla="val 16667" name="adj"/>
              </a:avLst>
            </a:prstGeom>
            <a:solidFill>
              <a:srgbClr val="467826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18"/>
            <p:cNvSpPr txBox="1"/>
            <p:nvPr/>
          </p:nvSpPr>
          <p:spPr>
            <a:xfrm>
              <a:off x="0" y="0"/>
              <a:ext cx="3732301" cy="16516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0675" lIns="170675" spcFirstLastPara="1" rIns="170675" wrap="square" tIns="170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1" i="0" lang="en-IN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DAY-NRLM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18"/>
            <p:cNvSpPr/>
            <p:nvPr/>
          </p:nvSpPr>
          <p:spPr>
            <a:xfrm>
              <a:off x="3732301" y="0"/>
              <a:ext cx="3732301" cy="2202180"/>
            </a:xfrm>
            <a:prstGeom prst="round1Rect">
              <a:avLst>
                <a:gd fmla="val 16667" name="adj"/>
              </a:avLst>
            </a:prstGeom>
            <a:solidFill>
              <a:srgbClr val="00B0F0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18"/>
            <p:cNvSpPr txBox="1"/>
            <p:nvPr/>
          </p:nvSpPr>
          <p:spPr>
            <a:xfrm>
              <a:off x="3754410" y="212650"/>
              <a:ext cx="3732301" cy="16516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0675" lIns="170675" spcFirstLastPara="1" rIns="170675" wrap="square" tIns="170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1" i="0" lang="en-IN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Schemes of Department of Rural Development </a:t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18"/>
            <p:cNvSpPr/>
            <p:nvPr/>
          </p:nvSpPr>
          <p:spPr>
            <a:xfrm rot="10800000">
              <a:off x="0" y="2202180"/>
              <a:ext cx="3732301" cy="2202180"/>
            </a:xfrm>
            <a:prstGeom prst="round1Rect">
              <a:avLst>
                <a:gd fmla="val 16667" name="adj"/>
              </a:avLst>
            </a:prstGeom>
            <a:solidFill>
              <a:srgbClr val="A5A5A5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18"/>
            <p:cNvSpPr txBox="1"/>
            <p:nvPr/>
          </p:nvSpPr>
          <p:spPr>
            <a:xfrm>
              <a:off x="-1" y="2644483"/>
              <a:ext cx="3732301" cy="16516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0675" lIns="170675" spcFirstLastPara="1" rIns="170675" wrap="square" tIns="170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1" i="0" lang="en-IN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Banks/ Financial Institutions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18"/>
            <p:cNvSpPr/>
            <p:nvPr/>
          </p:nvSpPr>
          <p:spPr>
            <a:xfrm rot="5400000">
              <a:off x="4497362" y="1437119"/>
              <a:ext cx="2202180" cy="3732301"/>
            </a:xfrm>
            <a:prstGeom prst="round1Rect">
              <a:avLst>
                <a:gd fmla="val 16667" name="adj"/>
              </a:avLst>
            </a:prstGeom>
            <a:solidFill>
              <a:srgbClr val="82B867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18"/>
            <p:cNvSpPr txBox="1"/>
            <p:nvPr/>
          </p:nvSpPr>
          <p:spPr>
            <a:xfrm>
              <a:off x="3732300" y="2668485"/>
              <a:ext cx="3732301" cy="16516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0675" lIns="170675" spcFirstLastPara="1" rIns="170675" wrap="square" tIns="170675">
              <a:noAutofit/>
            </a:bodyPr>
            <a:lstStyle/>
            <a:p>
              <a:pPr indent="-342900" lvl="0" marL="3429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Char char="•"/>
              </a:pPr>
              <a:r>
                <a:rPr b="1" i="0" lang="en-IN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Schemes of Other Ministries/ Departments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42900" lvl="0" marL="3429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Char char="•"/>
              </a:pPr>
              <a:r>
                <a:rPr b="1" i="0" lang="en-IN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Private Sector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90500" lvl="0" marL="3429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18"/>
            <p:cNvSpPr/>
            <p:nvPr/>
          </p:nvSpPr>
          <p:spPr>
            <a:xfrm>
              <a:off x="2612611" y="1651634"/>
              <a:ext cx="2239380" cy="1101090"/>
            </a:xfrm>
            <a:prstGeom prst="roundRect">
              <a:avLst>
                <a:gd fmla="val 16667" name="adj"/>
              </a:avLst>
            </a:prstGeom>
            <a:solidFill>
              <a:srgbClr val="BCD3B3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18"/>
            <p:cNvSpPr txBox="1"/>
            <p:nvPr/>
          </p:nvSpPr>
          <p:spPr>
            <a:xfrm>
              <a:off x="2666362" y="1705385"/>
              <a:ext cx="2131878" cy="9935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1" i="0" lang="en-IN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Resource Envelope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6" name="Google Shape;166;p18"/>
          <p:cNvSpPr/>
          <p:nvPr/>
        </p:nvSpPr>
        <p:spPr>
          <a:xfrm>
            <a:off x="1905600" y="6172500"/>
            <a:ext cx="20154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1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Resource Provisions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3920975" y="6172500"/>
            <a:ext cx="21312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8D8D8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Convergence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6033875" y="6172500"/>
            <a:ext cx="18879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Examples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7870438" y="6172500"/>
            <a:ext cx="24348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Questions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"/>
          <p:cNvSpPr txBox="1"/>
          <p:nvPr/>
        </p:nvSpPr>
        <p:spPr>
          <a:xfrm>
            <a:off x="475437" y="177815"/>
            <a:ext cx="11241125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IN" sz="5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Resource Provisions- </a:t>
            </a:r>
            <a:r>
              <a:rPr b="1" i="0" lang="en-IN" sz="4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DAY-NRLM</a:t>
            </a:r>
            <a:endParaRPr b="1" i="0" sz="60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6" name="Google Shape;176;p19"/>
          <p:cNvGraphicFramePr/>
          <p:nvPr/>
        </p:nvGraphicFramePr>
        <p:xfrm>
          <a:off x="768096" y="10958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{BAC14612-F737-4C3C-BECB-D3756568E76A}</a:tableStyleId>
              </a:tblPr>
              <a:tblGrid>
                <a:gridCol w="5423950"/>
                <a:gridCol w="5423950"/>
              </a:tblGrid>
              <a:tr h="43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FARM LIVELIHOOD</a:t>
                      </a:r>
                      <a:endParaRPr sz="20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NON FARM LIVELIHOOD</a:t>
                      </a:r>
                      <a:endParaRPr sz="20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45725" marB="45725" marR="91450" marL="91450"/>
                </a:tc>
              </a:tr>
              <a:tr h="4671925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AutoNum type="arabicPeriod"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Mahila Kisan Sasaktikaran Pariyojana (MKSP)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42900" lvl="0" marL="34290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AutoNum type="arabicPeriod"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Integrated Farming Cluster (IFC)</a:t>
                      </a:r>
                      <a:endParaRPr sz="2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42900" lvl="0" marL="34290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AutoNum type="arabicPeriod"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PG/PE/FPO Promotion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42900" lvl="0" marL="34290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AutoNum type="arabicPeriod"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Organic Certification</a:t>
                      </a:r>
                      <a:endParaRPr sz="1400" u="none" cap="none" strike="noStrike"/>
                    </a:p>
                    <a:p>
                      <a:pPr indent="-342900" lvl="0" marL="34290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AutoNum type="arabicPeriod"/>
                      </a:pPr>
                      <a:r>
                        <a:rPr lang="en-IN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Sub-sector promotion</a:t>
                      </a:r>
                      <a:endParaRPr sz="1400" u="none" cap="none" strike="noStrike"/>
                    </a:p>
                    <a:p>
                      <a:pPr indent="-342900" lvl="0" marL="34290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AutoNum type="arabicPeriod"/>
                      </a:pPr>
                      <a:r>
                        <a:rPr lang="en-IN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Special or innovative projects. Etc.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-514350" lvl="0" marL="51435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AutoNum type="arabicPeriod"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Micro Enterprise Development (MED)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514350" lvl="0" marL="51435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AutoNum type="arabicPeriod"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Start up Village Entrepreneurs Programme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514350" lvl="0" marL="51435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AutoNum type="arabicPeriod"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One Stop Facility Centre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514350" lvl="0" marL="51435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AutoNum type="arabicPeriod"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Product and Sectoral cluster Promotion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514350" lvl="0" marL="51435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AutoNum type="arabicPeriod"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Incubator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77" name="Google Shape;177;p19"/>
          <p:cNvSpPr/>
          <p:nvPr/>
        </p:nvSpPr>
        <p:spPr>
          <a:xfrm>
            <a:off x="1905600" y="6172500"/>
            <a:ext cx="20154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1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Resource Provisions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3920975" y="6172500"/>
            <a:ext cx="21312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8D8D8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Convergence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6033875" y="6172500"/>
            <a:ext cx="18879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Examples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7870438" y="6172500"/>
            <a:ext cx="24348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Questions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0"/>
          <p:cNvSpPr txBox="1"/>
          <p:nvPr/>
        </p:nvSpPr>
        <p:spPr>
          <a:xfrm>
            <a:off x="566878" y="260111"/>
            <a:ext cx="11241125" cy="7078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IN" sz="40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Resource Provisions- Rural Development</a:t>
            </a:r>
            <a:endParaRPr b="1" i="0" sz="40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7" name="Google Shape;187;p20"/>
          <p:cNvGraphicFramePr/>
          <p:nvPr/>
        </p:nvGraphicFramePr>
        <p:xfrm>
          <a:off x="475438" y="11125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{30BB5FD3-C5EB-41B4-BEBA-B970E20FB061}</a:tableStyleId>
              </a:tblPr>
              <a:tblGrid>
                <a:gridCol w="2776825"/>
                <a:gridCol w="8464300"/>
              </a:tblGrid>
              <a:tr h="103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3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SCHEMES</a:t>
                      </a:r>
                      <a:endParaRPr b="1" sz="30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b="1" sz="32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</a:tr>
              <a:tr h="103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IN" sz="3200" u="none" cap="none" strike="noStrike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MGNREGS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3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Income Generating Asset </a:t>
                      </a:r>
                      <a:r>
                        <a:rPr lang="en-IN" sz="2000" u="sng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action="ppaction://hlinksldjump" r:id="rId3"/>
                        </a:rPr>
                        <a:t>(List of Works)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1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IN" sz="3200" u="none" cap="none" strike="noStrike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NRLM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3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Inclusion of poor, Livelihoods and Financial Inclusion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3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IN" sz="3200" u="none" cap="none" strike="noStrike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DDUGKY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3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Skilling Rural Youth, Certification and Placement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3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IN" sz="3200" u="none" cap="none" strike="noStrike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RSETI</a:t>
                      </a:r>
                      <a:endParaRPr b="1" i="0" sz="32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IN" sz="3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Self Employment and Entrepreneurship</a:t>
                      </a:r>
                      <a:endParaRPr b="0" i="0" sz="3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8" name="Google Shape;188;p20"/>
          <p:cNvSpPr/>
          <p:nvPr/>
        </p:nvSpPr>
        <p:spPr>
          <a:xfrm>
            <a:off x="1905600" y="6172500"/>
            <a:ext cx="20154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1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Resource Provisions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3920975" y="6172500"/>
            <a:ext cx="21312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8D8D8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Convergence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6033875" y="6172500"/>
            <a:ext cx="18879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Examples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7870438" y="6172500"/>
            <a:ext cx="24348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Questions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1"/>
          <p:cNvSpPr txBox="1"/>
          <p:nvPr/>
        </p:nvSpPr>
        <p:spPr>
          <a:xfrm>
            <a:off x="566877" y="260111"/>
            <a:ext cx="11241125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IN" sz="36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Resource Provisions- Other Ministry Schemes</a:t>
            </a:r>
            <a:endParaRPr b="1" i="0" sz="36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8" name="Google Shape;198;p21"/>
          <p:cNvGraphicFramePr/>
          <p:nvPr/>
        </p:nvGraphicFramePr>
        <p:xfrm>
          <a:off x="4894539" y="1193290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{60A10181-62C3-4B9A-9E9A-70E95A88B7DE}</a:tableStyleId>
              </a:tblPr>
              <a:tblGrid>
                <a:gridCol w="6730575"/>
              </a:tblGrid>
              <a:tr h="392450">
                <a:tc>
                  <a:txBody>
                    <a:bodyPr/>
                    <a:lstStyle/>
                    <a:p>
                      <a:pPr indent="0" lvl="0" marL="0" marR="3048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/>
                        <a:t>Convergence- Ministry of Agriculture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</a:tr>
              <a:tr h="1569800">
                <a:tc>
                  <a:txBody>
                    <a:bodyPr/>
                    <a:lstStyle/>
                    <a:p>
                      <a:pPr indent="-457200" lvl="0" marL="457200" marR="3048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AutoNum type="arabicPeriod"/>
                      </a:pPr>
                      <a:r>
                        <a:rPr lang="en-IN" sz="2000" u="none" cap="none" strike="noStrike"/>
                        <a:t>Mission for Integrated Development of Horticulture (MIDH), </a:t>
                      </a:r>
                      <a:endParaRPr sz="1400" u="none" cap="none" strike="noStrike"/>
                    </a:p>
                    <a:p>
                      <a:pPr indent="-457200" lvl="0" marL="457200" marR="30480" rtl="0" algn="just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AutoNum type="arabicPeriod"/>
                      </a:pPr>
                      <a:r>
                        <a:rPr lang="en-IN" sz="2000" u="none" cap="none" strike="noStrike"/>
                        <a:t>Sub-Mission on Agriculture Mechanization (SMAM), </a:t>
                      </a:r>
                      <a:endParaRPr sz="1400" u="none" cap="none" strike="noStrike"/>
                    </a:p>
                    <a:p>
                      <a:pPr indent="-457200" lvl="0" marL="457200" marR="30480" rtl="0" algn="just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AutoNum type="arabicPeriod"/>
                      </a:pPr>
                      <a:r>
                        <a:rPr lang="en-IN" sz="2000" u="none" cap="none" strike="noStrike"/>
                        <a:t>National Bamboo Mission, </a:t>
                      </a:r>
                      <a:endParaRPr sz="1400" u="none" cap="none" strike="noStrike"/>
                    </a:p>
                    <a:p>
                      <a:pPr indent="-457200" lvl="0" marL="457200" marR="30480" rtl="0" algn="just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AutoNum type="arabicPeriod"/>
                      </a:pPr>
                      <a:r>
                        <a:rPr lang="en-IN" sz="2000" u="none" cap="none" strike="noStrike"/>
                        <a:t>National Mission on Honey and Bee Keeping, </a:t>
                      </a:r>
                      <a:endParaRPr sz="1400" u="none" cap="none" strike="noStrike"/>
                    </a:p>
                    <a:p>
                      <a:pPr indent="-457200" lvl="0" marL="457200" marR="30480" rtl="0" algn="just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AutoNum type="arabicPeriod"/>
                      </a:pPr>
                      <a:r>
                        <a:rPr lang="en-IN" sz="2000" u="none" cap="none" strike="noStrike"/>
                        <a:t>Promotion of Millets, </a:t>
                      </a:r>
                      <a:endParaRPr sz="1400" u="none" cap="none" strike="noStrike"/>
                    </a:p>
                    <a:p>
                      <a:pPr indent="-457200" lvl="0" marL="457200" marR="30480" rtl="0" algn="just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AutoNum type="arabicPeriod"/>
                      </a:pPr>
                      <a:r>
                        <a:rPr lang="en-IN" sz="2000" u="none" cap="none" strike="noStrike"/>
                        <a:t>Pradhan Mantri Krishi Sichayi Yojana (PMKSY), </a:t>
                      </a:r>
                      <a:endParaRPr sz="1400" u="none" cap="none" strike="noStrike"/>
                    </a:p>
                    <a:p>
                      <a:pPr indent="-457200" lvl="0" marL="457200" marR="30480" rtl="0" algn="just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AutoNum type="arabicPeriod"/>
                      </a:pPr>
                      <a:r>
                        <a:rPr lang="en-IN" sz="2000" u="none" cap="none" strike="noStrike"/>
                        <a:t>FPOs under 10K FPO scheme, </a:t>
                      </a:r>
                      <a:endParaRPr sz="1400" u="none" cap="none" strike="noStrike"/>
                    </a:p>
                    <a:p>
                      <a:pPr indent="-457200" lvl="0" marL="457200" marR="30480" rtl="0" algn="just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AutoNum type="arabicPeriod"/>
                      </a:pPr>
                      <a:r>
                        <a:rPr lang="en-IN" sz="2000" u="none" cap="none" strike="noStrike"/>
                        <a:t>Agri Infra Fund (AIF) etc.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  <p:pic>
        <p:nvPicPr>
          <p:cNvPr id="199" name="Google Shape;199;p2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10146" l="45984" r="26107" t="20313"/>
          <a:stretch/>
        </p:blipFill>
        <p:spPr>
          <a:xfrm>
            <a:off x="704542" y="906390"/>
            <a:ext cx="3402767" cy="476687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0" name="Google Shape;200;p21"/>
          <p:cNvSpPr txBox="1"/>
          <p:nvPr/>
        </p:nvSpPr>
        <p:spPr>
          <a:xfrm>
            <a:off x="389744" y="5768986"/>
            <a:ext cx="403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on the image to download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1905600" y="6172500"/>
            <a:ext cx="20154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1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Resource Provisions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3920975" y="6172500"/>
            <a:ext cx="21312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8D8D8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Convergence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6033875" y="6172500"/>
            <a:ext cx="18879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Examples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7870438" y="6172500"/>
            <a:ext cx="24348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Questions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"/>
          <p:cNvSpPr txBox="1"/>
          <p:nvPr/>
        </p:nvSpPr>
        <p:spPr>
          <a:xfrm>
            <a:off x="566877" y="260111"/>
            <a:ext cx="11241125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IN" sz="36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Resource Provisions- Other Ministry Schemes</a:t>
            </a:r>
            <a:endParaRPr b="1" i="0" sz="36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1" name="Google Shape;211;p22"/>
          <p:cNvPicPr preferRelativeResize="0"/>
          <p:nvPr/>
        </p:nvPicPr>
        <p:blipFill rotWithShape="1">
          <a:blip r:embed="rId3">
            <a:alphaModFix/>
          </a:blip>
          <a:srcRect b="9488" l="46229" r="25613" t="19221"/>
          <a:stretch/>
        </p:blipFill>
        <p:spPr>
          <a:xfrm>
            <a:off x="566878" y="985603"/>
            <a:ext cx="2835890" cy="4037120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2" name="Google Shape;212;p22"/>
          <p:cNvSpPr txBox="1"/>
          <p:nvPr/>
        </p:nvSpPr>
        <p:spPr>
          <a:xfrm>
            <a:off x="566852" y="5183008"/>
            <a:ext cx="2835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PM Matsya Sampada Yojana, Ministry of Fisheries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5">
            <a:alphaModFix/>
          </a:blip>
          <a:srcRect b="11894" l="45984" r="24506" t="17252"/>
          <a:stretch/>
        </p:blipFill>
        <p:spPr>
          <a:xfrm>
            <a:off x="3882452" y="985604"/>
            <a:ext cx="2990460" cy="4037120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4" name="Google Shape;214;p22"/>
          <p:cNvSpPr txBox="1"/>
          <p:nvPr/>
        </p:nvSpPr>
        <p:spPr>
          <a:xfrm>
            <a:off x="3882465" y="5182121"/>
            <a:ext cx="29904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IN" sz="16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A-HELP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IN" sz="16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Ministry of Animal Husbandary and dairy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5" name="Google Shape;215;p22"/>
          <p:cNvPicPr preferRelativeResize="0"/>
          <p:nvPr/>
        </p:nvPicPr>
        <p:blipFill rotWithShape="1">
          <a:blip r:embed="rId8">
            <a:alphaModFix/>
          </a:blip>
          <a:srcRect b="8921" l="47090" r="25492" t="19876"/>
          <a:stretch/>
        </p:blipFill>
        <p:spPr>
          <a:xfrm>
            <a:off x="7352596" y="988634"/>
            <a:ext cx="2762942" cy="4034090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6" name="Google Shape;216;p22"/>
          <p:cNvSpPr txBox="1"/>
          <p:nvPr/>
        </p:nvSpPr>
        <p:spPr>
          <a:xfrm>
            <a:off x="7352596" y="5321508"/>
            <a:ext cx="276294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Natural farming- Ministry of Agriculture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1905600" y="6172500"/>
            <a:ext cx="20154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1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Resource Provisions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3920975" y="6172500"/>
            <a:ext cx="21312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8D8D8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Convergence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6033875" y="6172500"/>
            <a:ext cx="18879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Examples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7870438" y="6172500"/>
            <a:ext cx="24348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Questions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3"/>
          <p:cNvSpPr txBox="1"/>
          <p:nvPr/>
        </p:nvSpPr>
        <p:spPr>
          <a:xfrm>
            <a:off x="566877" y="55436"/>
            <a:ext cx="11241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IN" sz="36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Resource Provisions- Other Ministry Schemes</a:t>
            </a:r>
            <a:endParaRPr b="1" i="0" sz="36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7" name="Google Shape;227;p23"/>
          <p:cNvGraphicFramePr/>
          <p:nvPr/>
        </p:nvGraphicFramePr>
        <p:xfrm>
          <a:off x="153285" y="75134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{30BB5FD3-C5EB-41B4-BEBA-B970E20FB061}</a:tableStyleId>
              </a:tblPr>
              <a:tblGrid>
                <a:gridCol w="2033650"/>
                <a:gridCol w="98517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Department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Initiatives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Indian Council of Agricultural Research (ICAR)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Char char="•"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Training and capacity building of identified extension associates.</a:t>
                      </a:r>
                      <a:endParaRPr sz="1400" u="none" cap="none" strike="noStrike"/>
                    </a:p>
                    <a:p>
                      <a:pPr indent="-285750" lvl="0" marL="28575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Char char="•"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Promotion of technology demonstration centres, Integrated Farming Systems, and field.</a:t>
                      </a:r>
                      <a:endParaRPr sz="1400" u="none" cap="none" strike="noStrike"/>
                    </a:p>
                    <a:p>
                      <a:pPr indent="-285750" lvl="0" marL="28575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Char char="•"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Infrastructure and working capital support in the IFS.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Department of Animal Husbandry and Dairying (DAHD)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Char char="•"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Promoting entrepreneurship in poultry, sheep, goats, pigs, and fodder production.</a:t>
                      </a:r>
                      <a:endParaRPr sz="1400" u="none" cap="none" strike="noStrike"/>
                    </a:p>
                    <a:p>
                      <a:pPr indent="-285750" lvl="0" marL="28575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Char char="•"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Promoting Farmer Producer Organizations (FPOs) under the Animal Husbandry Infrastructure Fund (AHIDF): </a:t>
                      </a:r>
                      <a:endParaRPr sz="1400" u="none" cap="none" strike="noStrike"/>
                    </a:p>
                    <a:p>
                      <a:pPr indent="-285750" lvl="0" marL="28575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Char char="•"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Credit support for dairy processing and value addition.</a:t>
                      </a:r>
                      <a:endParaRPr sz="1400" u="none" cap="none" strike="noStrike"/>
                    </a:p>
                    <a:p>
                      <a:pPr indent="-285750" lvl="0" marL="28575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Char char="•"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Promoting dairy activities through village Dairy Societies, and establishing links with milk unions for market access.</a:t>
                      </a:r>
                      <a:endParaRPr sz="1400" u="none" cap="none" strike="noStrike"/>
                    </a:p>
                    <a:p>
                      <a:pPr indent="-285750" lvl="0" marL="28575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Char char="•"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Development of common facilities centres and VDK.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28" name="Google Shape;228;p23"/>
          <p:cNvSpPr/>
          <p:nvPr/>
        </p:nvSpPr>
        <p:spPr>
          <a:xfrm>
            <a:off x="1905600" y="6172500"/>
            <a:ext cx="20154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1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Resource Provisions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29" name="Google Shape;229;p23"/>
          <p:cNvSpPr/>
          <p:nvPr/>
        </p:nvSpPr>
        <p:spPr>
          <a:xfrm>
            <a:off x="3920975" y="6172500"/>
            <a:ext cx="21312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8D8D8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Convergence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0" name="Google Shape;230;p23"/>
          <p:cNvSpPr/>
          <p:nvPr/>
        </p:nvSpPr>
        <p:spPr>
          <a:xfrm>
            <a:off x="6033875" y="6172500"/>
            <a:ext cx="18879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Examples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1" name="Google Shape;231;p23"/>
          <p:cNvSpPr/>
          <p:nvPr/>
        </p:nvSpPr>
        <p:spPr>
          <a:xfrm>
            <a:off x="7870438" y="6172500"/>
            <a:ext cx="24348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Questions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4"/>
          <p:cNvSpPr txBox="1"/>
          <p:nvPr>
            <p:ph type="title"/>
          </p:nvPr>
        </p:nvSpPr>
        <p:spPr>
          <a:xfrm>
            <a:off x="308344" y="127129"/>
            <a:ext cx="11578800" cy="88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r>
              <a:rPr b="1" lang="en-IN" sz="4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Resource Provisions- Other Ministry Schemes</a:t>
            </a:r>
            <a:endParaRPr sz="4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4"/>
          <p:cNvSpPr txBox="1"/>
          <p:nvPr>
            <p:ph idx="1" type="body"/>
          </p:nvPr>
        </p:nvSpPr>
        <p:spPr>
          <a:xfrm>
            <a:off x="308343" y="1254643"/>
            <a:ext cx="11578855" cy="48909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graphicFrame>
        <p:nvGraphicFramePr>
          <p:cNvPr id="238" name="Google Shape;238;p24"/>
          <p:cNvGraphicFramePr/>
          <p:nvPr/>
        </p:nvGraphicFramePr>
        <p:xfrm>
          <a:off x="306577" y="10862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{30BB5FD3-C5EB-41B4-BEBA-B970E20FB061}</a:tableStyleId>
              </a:tblPr>
              <a:tblGrid>
                <a:gridCol w="3554825"/>
                <a:gridCol w="8024025"/>
              </a:tblGrid>
              <a:tr h="367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Department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Initiatives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1409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Tribal Cooperative Marketing Development Federation of India (TRIFED), Ministry of Tribal Affairs (MoTA)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Char char="•"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Procurement of Minor Forest Produces (MFPs).</a:t>
                      </a:r>
                      <a:endParaRPr sz="1400" u="none" cap="none" strike="noStrike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Char char="•"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Empanelment of tribal SHGs and Producers Collectives for product sales through TRIBES INDIA outlets.</a:t>
                      </a:r>
                      <a:endParaRPr sz="1400" u="none" cap="none" strike="noStrike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Char char="•"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Access to TRIFED's platforms for market access.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1143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National Highways Authority of India (NHAI), Ministry of Road Transport and Highway, GoI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Char char="•"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Sustainable income source for SHG members and its federations through plantation activities alongside the highways and lands of NHAI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824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National Centre for Organic and Natural Farming.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Char char="•"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Promotion of Organic and Natural Farming.</a:t>
                      </a:r>
                      <a:endParaRPr sz="1400" u="none" cap="none" strike="noStrike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Char char="•"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Promotion of PGS for Organic Certification.</a:t>
                      </a:r>
                      <a:endParaRPr sz="1400" u="none" cap="none" strike="noStrike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Char char="•"/>
                      </a:pPr>
                      <a:r>
                        <a:rPr b="0" i="0" lang="en-IN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Promotion of on farm bio input production.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240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Ministry of Food Processing Industries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Char char="•"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Promotes food processing businesses, Enhances food safety and quality standards, Provides financial assistance and capacity building under PMFME and SFURTI scheme.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39" name="Google Shape;239;p24"/>
          <p:cNvSpPr/>
          <p:nvPr/>
        </p:nvSpPr>
        <p:spPr>
          <a:xfrm>
            <a:off x="1905600" y="6172500"/>
            <a:ext cx="20154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1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Resource Provisions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40" name="Google Shape;240;p24"/>
          <p:cNvSpPr/>
          <p:nvPr/>
        </p:nvSpPr>
        <p:spPr>
          <a:xfrm>
            <a:off x="3920975" y="6172500"/>
            <a:ext cx="21312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8D8D8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Convergence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41" name="Google Shape;241;p24"/>
          <p:cNvSpPr/>
          <p:nvPr/>
        </p:nvSpPr>
        <p:spPr>
          <a:xfrm>
            <a:off x="6033875" y="6172500"/>
            <a:ext cx="18879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Examples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42" name="Google Shape;242;p24"/>
          <p:cNvSpPr/>
          <p:nvPr/>
        </p:nvSpPr>
        <p:spPr>
          <a:xfrm>
            <a:off x="7870438" y="6172500"/>
            <a:ext cx="24348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Questions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 txBox="1"/>
          <p:nvPr>
            <p:ph type="title"/>
          </p:nvPr>
        </p:nvSpPr>
        <p:spPr>
          <a:xfrm>
            <a:off x="279400" y="214341"/>
            <a:ext cx="11633200" cy="10318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r>
              <a:rPr b="1" lang="en-IN"/>
              <a:t>Scope for convergence:</a:t>
            </a:r>
            <a:endParaRPr/>
          </a:p>
        </p:txBody>
      </p:sp>
      <p:sp>
        <p:nvSpPr>
          <p:cNvPr id="248" name="Google Shape;248;p25"/>
          <p:cNvSpPr txBox="1"/>
          <p:nvPr>
            <p:ph idx="1" type="body"/>
          </p:nvPr>
        </p:nvSpPr>
        <p:spPr>
          <a:xfrm>
            <a:off x="279400" y="1845734"/>
            <a:ext cx="11633200" cy="4326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graphicFrame>
        <p:nvGraphicFramePr>
          <p:cNvPr id="249" name="Google Shape;249;p25"/>
          <p:cNvGraphicFramePr/>
          <p:nvPr/>
        </p:nvGraphicFramePr>
        <p:xfrm>
          <a:off x="279400" y="14460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{30BB5FD3-C5EB-41B4-BEBA-B970E20FB061}</a:tableStyleId>
              </a:tblPr>
              <a:tblGrid>
                <a:gridCol w="3293150"/>
                <a:gridCol w="8340050"/>
              </a:tblGrid>
              <a:tr h="561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Scheme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Benefits for HHs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765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IN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Pradhan Mantri Kisan Samman Nidhi (PM-KISAN)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575" marL="68575"/>
                </a:tc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Char char="•"/>
                      </a:pPr>
                      <a:r>
                        <a:rPr b="0" i="0" lang="en-IN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Direct income support to small and marginal farmers, ₹6,000/year in three instalments, Financial aid for agricultural activities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575" marL="68575"/>
                </a:tc>
              </a:tr>
              <a:tr h="765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IN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Kisan Credit Card Scheme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575" marL="68575"/>
                </a:tc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Char char="•"/>
                      </a:pPr>
                      <a:r>
                        <a:rPr b="0" i="0" lang="en-IN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Access to affordable credit for farming activities, Flexible repayment options, Interest subsidy for prompt repayments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575" marL="68575"/>
                </a:tc>
              </a:tr>
              <a:tr h="765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IN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Rashtriya Krishi Vikas Yojana (RKVY)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575" marL="68575"/>
                </a:tc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Char char="•"/>
                      </a:pPr>
                      <a:r>
                        <a:rPr b="0" i="0" lang="en-IN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Promotes agricultural development, Funding for infrastructure, seeds, and post-harvest management, Skill development for farmers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575" marL="68575"/>
                </a:tc>
              </a:tr>
              <a:tr h="765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IN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Pradhan Mantri Fasal Bima Yojana (PMFBY)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575" marL="68575"/>
                </a:tc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Char char="•"/>
                      </a:pPr>
                      <a:r>
                        <a:rPr b="0" i="0" lang="en-IN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Crop insurance for farmers against natural calamities, Premium subsidy for farmers, Timely compensation for crop loss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575" marL="68575"/>
                </a:tc>
              </a:tr>
              <a:tr h="1098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Pradhan Mantri Annadata Aay Sanrakshan Abhiyan (PM-AASHA</a:t>
                      </a:r>
                      <a:endParaRPr sz="1400" u="none" cap="none" strike="noStrike"/>
                    </a:p>
                  </a:txBody>
                  <a:tcPr marT="45725" marB="45725" marR="68575" marL="68575"/>
                </a:tc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Char char="•"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Ensures Minimum Support Price (MSP) for crops, Price support and procurement of agricultural produce, Protects farmers from price fluctuations</a:t>
                      </a:r>
                      <a:endParaRPr sz="1400" u="none" cap="none" strike="noStrike"/>
                    </a:p>
                  </a:txBody>
                  <a:tcPr marT="45725" marB="45725" marR="68575" marL="68575"/>
                </a:tc>
              </a:tr>
            </a:tbl>
          </a:graphicData>
        </a:graphic>
      </p:graphicFrame>
      <p:sp>
        <p:nvSpPr>
          <p:cNvPr id="250" name="Google Shape;250;p25"/>
          <p:cNvSpPr/>
          <p:nvPr/>
        </p:nvSpPr>
        <p:spPr>
          <a:xfrm>
            <a:off x="1905600" y="6172500"/>
            <a:ext cx="20154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8D8D8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Resource Provisions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1" name="Google Shape;251;p25"/>
          <p:cNvSpPr/>
          <p:nvPr/>
        </p:nvSpPr>
        <p:spPr>
          <a:xfrm>
            <a:off x="3920975" y="6172500"/>
            <a:ext cx="21312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1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Convergence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2" name="Google Shape;252;p25"/>
          <p:cNvSpPr/>
          <p:nvPr/>
        </p:nvSpPr>
        <p:spPr>
          <a:xfrm>
            <a:off x="6033875" y="6172500"/>
            <a:ext cx="18879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Examples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3" name="Google Shape;253;p25"/>
          <p:cNvSpPr/>
          <p:nvPr/>
        </p:nvSpPr>
        <p:spPr>
          <a:xfrm>
            <a:off x="7870438" y="6172500"/>
            <a:ext cx="24348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Questions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6"/>
          <p:cNvSpPr txBox="1"/>
          <p:nvPr>
            <p:ph type="title"/>
          </p:nvPr>
        </p:nvSpPr>
        <p:spPr>
          <a:xfrm>
            <a:off x="279400" y="286603"/>
            <a:ext cx="11633200" cy="97867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r>
              <a:rPr b="1" lang="en-IN">
                <a:latin typeface="Arial"/>
                <a:ea typeface="Arial"/>
                <a:cs typeface="Arial"/>
                <a:sym typeface="Arial"/>
              </a:rPr>
              <a:t>Scope for convergence:</a:t>
            </a:r>
            <a:endParaRPr/>
          </a:p>
        </p:txBody>
      </p:sp>
      <p:graphicFrame>
        <p:nvGraphicFramePr>
          <p:cNvPr id="259" name="Google Shape;259;p26"/>
          <p:cNvGraphicFramePr/>
          <p:nvPr/>
        </p:nvGraphicFramePr>
        <p:xfrm>
          <a:off x="279400" y="140349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{30BB5FD3-C5EB-41B4-BEBA-B970E20FB061}</a:tableStyleId>
              </a:tblPr>
              <a:tblGrid>
                <a:gridCol w="3293150"/>
                <a:gridCol w="8340050"/>
              </a:tblGrid>
              <a:tr h="656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Scheme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Benefits for HHs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894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Pradhan Mantri Mudra Yojana (PMMY)</a:t>
                      </a:r>
                      <a:endParaRPr sz="1400" u="none" cap="none" strike="noStrike"/>
                    </a:p>
                  </a:txBody>
                  <a:tcPr marT="45725" marB="45725" marR="68575" marL="68575"/>
                </a:tc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Char char="•"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Access to collateral-free loans for micro and small enterprises,Three categories: Shishu, Kishor, Tarun, Encourages entrepreneurship</a:t>
                      </a:r>
                      <a:endParaRPr sz="1400" u="none" cap="none" strike="noStrike"/>
                    </a:p>
                  </a:txBody>
                  <a:tcPr marT="45725" marB="45725" marR="68575" marL="68575"/>
                </a:tc>
              </a:tr>
              <a:tr h="894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Ayushman Bharat Pradhan Mantri Jan Arogya Yojana</a:t>
                      </a:r>
                      <a:endParaRPr sz="1400" u="none" cap="none" strike="noStrike"/>
                    </a:p>
                  </a:txBody>
                  <a:tcPr marT="45725" marB="45725" marR="68575" marL="68575"/>
                </a:tc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Char char="•"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Health insurance for vulnerable families, Cashless treatment at empanelled hospitals, Covers hospitalization expenses and pre-existing diseases</a:t>
                      </a:r>
                      <a:endParaRPr sz="1400" u="none" cap="none" strike="noStrike"/>
                    </a:p>
                  </a:txBody>
                  <a:tcPr marT="45725" marB="45725" marR="68575" marL="68575"/>
                </a:tc>
              </a:tr>
              <a:tr h="894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National Digital Literacy Mission (NDLM)</a:t>
                      </a:r>
                      <a:endParaRPr sz="1400" u="none" cap="none" strike="noStrike"/>
                    </a:p>
                  </a:txBody>
                  <a:tcPr marT="45725" marB="45725" marR="68575" marL="68575"/>
                </a:tc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Char char="•"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Promotes digital literacy in rural areas, Training on digital devices and internet usage, Empowers individuals to access online services</a:t>
                      </a:r>
                      <a:endParaRPr sz="1400" u="none" cap="none" strike="noStrike"/>
                    </a:p>
                  </a:txBody>
                  <a:tcPr marT="45725" marB="45725" marR="68575" marL="68575"/>
                </a:tc>
              </a:tr>
            </a:tbl>
          </a:graphicData>
        </a:graphic>
      </p:graphicFrame>
      <p:sp>
        <p:nvSpPr>
          <p:cNvPr id="260" name="Google Shape;260;p26"/>
          <p:cNvSpPr/>
          <p:nvPr/>
        </p:nvSpPr>
        <p:spPr>
          <a:xfrm>
            <a:off x="1905600" y="6172500"/>
            <a:ext cx="20154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8D8D8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Resource Provisions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1" name="Google Shape;261;p26"/>
          <p:cNvSpPr/>
          <p:nvPr/>
        </p:nvSpPr>
        <p:spPr>
          <a:xfrm>
            <a:off x="3920975" y="6172500"/>
            <a:ext cx="21312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1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Convergence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2" name="Google Shape;262;p26"/>
          <p:cNvSpPr/>
          <p:nvPr/>
        </p:nvSpPr>
        <p:spPr>
          <a:xfrm>
            <a:off x="6033875" y="6172500"/>
            <a:ext cx="18879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Examples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3" name="Google Shape;263;p26"/>
          <p:cNvSpPr/>
          <p:nvPr/>
        </p:nvSpPr>
        <p:spPr>
          <a:xfrm>
            <a:off x="7870438" y="6172500"/>
            <a:ext cx="24348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Questions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8" name="Google Shape;268;p27"/>
          <p:cNvGrpSpPr/>
          <p:nvPr/>
        </p:nvGrpSpPr>
        <p:grpSpPr>
          <a:xfrm>
            <a:off x="266752" y="780998"/>
            <a:ext cx="13134455" cy="5450165"/>
            <a:chOff x="-1339885" y="-25772"/>
            <a:chExt cx="9876058" cy="4087624"/>
          </a:xfrm>
        </p:grpSpPr>
        <p:sp>
          <p:nvSpPr>
            <p:cNvPr id="269" name="Google Shape;269;p27"/>
            <p:cNvSpPr txBox="1"/>
            <p:nvPr/>
          </p:nvSpPr>
          <p:spPr>
            <a:xfrm>
              <a:off x="-1076809" y="52529"/>
              <a:ext cx="2177554" cy="517898"/>
            </a:xfrm>
            <a:prstGeom prst="rect">
              <a:avLst/>
            </a:prstGeom>
            <a:solidFill>
              <a:srgbClr val="4A7B29"/>
            </a:solidFill>
            <a:ln>
              <a:noFill/>
            </a:ln>
          </p:spPr>
          <p:txBody>
            <a:bodyPr anchorCtr="0" anchor="ctr" bIns="81250" lIns="81250" spcFirstLastPara="1" rIns="81250" wrap="square" tIns="812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IN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Irrigation and Water Resources</a:t>
              </a:r>
              <a:endParaRPr b="1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27"/>
            <p:cNvSpPr/>
            <p:nvPr/>
          </p:nvSpPr>
          <p:spPr>
            <a:xfrm>
              <a:off x="0" y="325392"/>
              <a:ext cx="6096000" cy="13434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27"/>
            <p:cNvSpPr txBox="1"/>
            <p:nvPr/>
          </p:nvSpPr>
          <p:spPr>
            <a:xfrm>
              <a:off x="1045115" y="-25772"/>
              <a:ext cx="7491058" cy="956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600" lIns="258025" spcFirstLastPara="1" rIns="104300" wrap="square" tIns="18600">
              <a:noAutofit/>
            </a:bodyPr>
            <a:lstStyle/>
            <a:p>
              <a:pPr indent="-76200" lvl="1" marL="76198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b="0" i="0" lang="en-IN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Pradhan Mantri Krishi Sinchayee Yojana (PMKSY)  - MoAFW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76200" lvl="1" marL="76198" marR="0" rtl="0" algn="l">
                <a:lnSpc>
                  <a:spcPct val="90000"/>
                </a:lnSpc>
                <a:spcBef>
                  <a:spcPts val="28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b="0" i="0" lang="en-IN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National Mission for Sustainable Agriculture (NMSA) - MoAFW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76200" lvl="1" marL="76198" marR="0" rtl="0" algn="l">
                <a:lnSpc>
                  <a:spcPct val="90000"/>
                </a:lnSpc>
                <a:spcBef>
                  <a:spcPts val="28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b="0" i="0" lang="en-IN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Mission for Integrated Development of Horticulture (MIDH) - MoAFW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76200" lvl="1" marL="76198" marR="0" rtl="0" algn="l">
                <a:lnSpc>
                  <a:spcPct val="90000"/>
                </a:lnSpc>
                <a:spcBef>
                  <a:spcPts val="28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b="0" i="0" lang="en-IN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National Food Security Mission (NFSM) - MoAFW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76200" lvl="1" marL="76198" marR="0" rtl="0" algn="l">
                <a:lnSpc>
                  <a:spcPct val="90000"/>
                </a:lnSpc>
                <a:spcBef>
                  <a:spcPts val="28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b="0" i="0" lang="en-IN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Bringing Green Revolution to Eastern India (BGREI) - MoAFW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76200" lvl="1" marL="76198" marR="0" rtl="0" algn="l">
                <a:lnSpc>
                  <a:spcPct val="90000"/>
                </a:lnSpc>
                <a:spcBef>
                  <a:spcPts val="28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b="0" i="0" lang="en-IN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Command Area Development and Water Management (CAD&amp;WM) - MoJS</a:t>
              </a:r>
              <a:r>
                <a:rPr b="0" i="0" lang="en-IN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76200" lvl="1" marL="76198" marR="0" rtl="0" algn="l">
                <a:lnSpc>
                  <a:spcPct val="90000"/>
                </a:lnSpc>
                <a:spcBef>
                  <a:spcPts val="28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b="0" i="0" lang="en-IN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Atal Bhujal Yojana (ATAL JAL) - MoJS</a:t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27"/>
            <p:cNvSpPr txBox="1"/>
            <p:nvPr/>
          </p:nvSpPr>
          <p:spPr>
            <a:xfrm>
              <a:off x="-1339885" y="1899793"/>
              <a:ext cx="2194616" cy="307784"/>
            </a:xfrm>
            <a:prstGeom prst="rect">
              <a:avLst/>
            </a:prstGeom>
            <a:solidFill>
              <a:srgbClr val="4A7B29"/>
            </a:solidFill>
            <a:ln>
              <a:noFill/>
            </a:ln>
          </p:spPr>
          <p:txBody>
            <a:bodyPr anchorCtr="0" anchor="ctr" bIns="81250" lIns="81250" spcFirstLastPara="1" rIns="81250" wrap="square" tIns="812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IN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Agriculture Extension</a:t>
              </a:r>
              <a:endPara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27"/>
            <p:cNvSpPr/>
            <p:nvPr/>
          </p:nvSpPr>
          <p:spPr>
            <a:xfrm>
              <a:off x="0" y="1992137"/>
              <a:ext cx="6096000" cy="20697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27"/>
            <p:cNvSpPr txBox="1"/>
            <p:nvPr/>
          </p:nvSpPr>
          <p:spPr>
            <a:xfrm>
              <a:off x="1045022" y="1619011"/>
              <a:ext cx="6402927" cy="20697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600" lIns="258025" spcFirstLastPara="1" rIns="104300" wrap="square" tIns="18600">
              <a:noAutofit/>
            </a:bodyPr>
            <a:lstStyle/>
            <a:p>
              <a:pPr indent="-69850" lvl="1" marL="76198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Char char="•"/>
              </a:pPr>
              <a:r>
                <a:rPr b="0" i="0" lang="en-IN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National Agricultural Development Programme(NADP) - MoAFW</a:t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69850" lvl="1" marL="76198" marR="0" rtl="0" algn="l">
                <a:lnSpc>
                  <a:spcPct val="90000"/>
                </a:lnSpc>
                <a:spcBef>
                  <a:spcPts val="28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Char char="•"/>
              </a:pPr>
              <a:r>
                <a:rPr b="0" i="0" lang="en-IN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National Mission on Agricultural Extension and Technology (NMAET) - MoAFW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69850" lvl="1" marL="76198" marR="0" rtl="0" algn="l">
                <a:lnSpc>
                  <a:spcPct val="90000"/>
                </a:lnSpc>
                <a:spcBef>
                  <a:spcPts val="28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Char char="•"/>
              </a:pPr>
              <a:r>
                <a:rPr b="0" i="0" lang="en-IN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National Food Security Mission (NFSM) - MoAFW</a:t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69850" lvl="1" marL="76198" marR="0" rtl="0" algn="l">
                <a:lnSpc>
                  <a:spcPct val="90000"/>
                </a:lnSpc>
                <a:spcBef>
                  <a:spcPts val="28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Char char="•"/>
              </a:pPr>
              <a:r>
                <a:rPr b="0" i="0" lang="en-IN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National Mission on Oilseeds and Oil Palm (NMOOP) - MoAFW</a:t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69850" lvl="1" marL="76198" marR="0" rtl="0" algn="l">
                <a:lnSpc>
                  <a:spcPct val="90000"/>
                </a:lnSpc>
                <a:spcBef>
                  <a:spcPts val="28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Char char="•"/>
              </a:pPr>
              <a:r>
                <a:rPr b="0" i="0" lang="en-IN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Parampragat Krishi Vikas Yojana (PKVY) - MoAFW</a:t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69850" lvl="1" marL="76198" marR="0" rtl="0" algn="l">
                <a:lnSpc>
                  <a:spcPct val="90000"/>
                </a:lnSpc>
                <a:spcBef>
                  <a:spcPts val="28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Char char="•"/>
              </a:pPr>
              <a:r>
                <a:rPr b="0" i="0" lang="en-IN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PM-Kusum - MoAFW</a:t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69850" lvl="1" marL="76198" marR="0" rtl="0" algn="l">
                <a:lnSpc>
                  <a:spcPct val="90000"/>
                </a:lnSpc>
                <a:spcBef>
                  <a:spcPts val="28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Char char="•"/>
              </a:pPr>
              <a:r>
                <a:rPr b="0" i="0" lang="en-IN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Jaivik Krishi Protsahan Yojna (JKPY) - MoAFW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69850" lvl="1" marL="76198" marR="0" rtl="0" algn="l">
                <a:lnSpc>
                  <a:spcPct val="90000"/>
                </a:lnSpc>
                <a:spcBef>
                  <a:spcPts val="28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Char char="•"/>
              </a:pPr>
              <a:r>
                <a:rPr b="0" i="0" lang="en-IN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National Mission on Sustainable agriculture (NMSA) - MoAFW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69850" lvl="1" marL="76198" marR="0" rtl="0" algn="l">
                <a:lnSpc>
                  <a:spcPct val="90000"/>
                </a:lnSpc>
                <a:spcBef>
                  <a:spcPts val="28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Char char="•"/>
              </a:pPr>
              <a:r>
                <a:rPr b="0" i="0" lang="en-IN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Sub-Mission on Agricultural Mechanization (SMAM) - MoAFW</a:t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69850" lvl="1" marL="76198" marR="0" rtl="0" algn="l">
                <a:lnSpc>
                  <a:spcPct val="90000"/>
                </a:lnSpc>
                <a:spcBef>
                  <a:spcPts val="28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Char char="•"/>
              </a:pPr>
              <a:r>
                <a:rPr b="0" i="0" lang="en-IN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Krishi Vigyan Kendra (KVK) - MoAFW</a:t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69850" lvl="1" marL="76198" marR="0" rtl="0" algn="l">
                <a:lnSpc>
                  <a:spcPct val="90000"/>
                </a:lnSpc>
                <a:spcBef>
                  <a:spcPts val="28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Char char="•"/>
              </a:pPr>
              <a:r>
                <a:rPr b="0" i="0" lang="en-IN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Mahatma Gandhi National Rural Employment Guarantee Act -MoRD</a:t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69850" lvl="1" marL="76198" marR="0" rtl="0" algn="l">
                <a:lnSpc>
                  <a:spcPct val="90000"/>
                </a:lnSpc>
                <a:spcBef>
                  <a:spcPts val="28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Char char="•"/>
              </a:pPr>
              <a:r>
                <a:rPr b="0" i="0" lang="en-IN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Mission for Integrated Development of Horticulture (MIDH) - MoAFW</a:t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5" name="Google Shape;275;p27"/>
          <p:cNvSpPr/>
          <p:nvPr/>
        </p:nvSpPr>
        <p:spPr>
          <a:xfrm>
            <a:off x="0" y="79587"/>
            <a:ext cx="12096584" cy="5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IN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Scope of convergence: </a:t>
            </a:r>
            <a:r>
              <a:rPr b="1" i="0" lang="en-IN" sz="2800" u="none" cap="none" strike="noStrike">
                <a:solidFill>
                  <a:srgbClr val="33473C"/>
                </a:solidFill>
                <a:latin typeface="Arial"/>
                <a:ea typeface="Arial"/>
                <a:cs typeface="Arial"/>
                <a:sym typeface="Arial"/>
              </a:rPr>
              <a:t>Agriculture &amp; Horticulture</a:t>
            </a:r>
            <a:endParaRPr b="1" i="0" sz="2800" u="none" cap="none" strike="noStrike">
              <a:solidFill>
                <a:srgbClr val="33473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descr="{&quot;Key&quot;:&quot;POWER_USER_SHAPE_ICON&quot;,&quot;Value&quot;:&quot;POWER_USER_SHAPE_ICON_STYLE_1&quot;}" id="276" name="Google Shape;276;p27"/>
          <p:cNvGrpSpPr/>
          <p:nvPr/>
        </p:nvGrpSpPr>
        <p:grpSpPr>
          <a:xfrm>
            <a:off x="1217943" y="1762554"/>
            <a:ext cx="1360050" cy="1113071"/>
            <a:chOff x="7970838" y="4224338"/>
            <a:chExt cx="638176" cy="522287"/>
          </a:xfrm>
        </p:grpSpPr>
        <p:sp>
          <p:nvSpPr>
            <p:cNvPr id="277" name="Google Shape;277;p27"/>
            <p:cNvSpPr/>
            <p:nvPr/>
          </p:nvSpPr>
          <p:spPr>
            <a:xfrm>
              <a:off x="7980363" y="4494213"/>
              <a:ext cx="566738" cy="207963"/>
            </a:xfrm>
            <a:custGeom>
              <a:rect b="b" l="l" r="r" t="t"/>
              <a:pathLst>
                <a:path extrusionOk="0" h="2930" w="8034">
                  <a:moveTo>
                    <a:pt x="7877" y="2930"/>
                  </a:moveTo>
                  <a:cubicBezTo>
                    <a:pt x="7842" y="2930"/>
                    <a:pt x="7808" y="2917"/>
                    <a:pt x="7780" y="2891"/>
                  </a:cubicBezTo>
                  <a:lnTo>
                    <a:pt x="7780" y="2891"/>
                  </a:lnTo>
                  <a:cubicBezTo>
                    <a:pt x="7773" y="2884"/>
                    <a:pt x="7064" y="2222"/>
                    <a:pt x="5772" y="1575"/>
                  </a:cubicBezTo>
                  <a:cubicBezTo>
                    <a:pt x="4600" y="987"/>
                    <a:pt x="2698" y="292"/>
                    <a:pt x="256" y="292"/>
                  </a:cubicBezTo>
                  <a:cubicBezTo>
                    <a:pt x="218" y="292"/>
                    <a:pt x="181" y="292"/>
                    <a:pt x="143" y="292"/>
                  </a:cubicBezTo>
                  <a:lnTo>
                    <a:pt x="142" y="292"/>
                  </a:lnTo>
                  <a:cubicBezTo>
                    <a:pt x="64" y="292"/>
                    <a:pt x="1" y="230"/>
                    <a:pt x="1" y="152"/>
                  </a:cubicBezTo>
                  <a:cubicBezTo>
                    <a:pt x="0" y="74"/>
                    <a:pt x="62" y="10"/>
                    <a:pt x="141" y="9"/>
                  </a:cubicBezTo>
                  <a:cubicBezTo>
                    <a:pt x="1270" y="0"/>
                    <a:pt x="2384" y="133"/>
                    <a:pt x="3452" y="408"/>
                  </a:cubicBezTo>
                  <a:cubicBezTo>
                    <a:pt x="4307" y="627"/>
                    <a:pt x="5134" y="936"/>
                    <a:pt x="5910" y="1327"/>
                  </a:cubicBezTo>
                  <a:cubicBezTo>
                    <a:pt x="7235" y="1993"/>
                    <a:pt x="7945" y="2657"/>
                    <a:pt x="7975" y="2685"/>
                  </a:cubicBezTo>
                  <a:cubicBezTo>
                    <a:pt x="8031" y="2739"/>
                    <a:pt x="8034" y="2828"/>
                    <a:pt x="7981" y="2885"/>
                  </a:cubicBezTo>
                  <a:cubicBezTo>
                    <a:pt x="7952" y="2915"/>
                    <a:pt x="7915" y="2930"/>
                    <a:pt x="7877" y="29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27"/>
            <p:cNvSpPr/>
            <p:nvPr/>
          </p:nvSpPr>
          <p:spPr>
            <a:xfrm>
              <a:off x="7985126" y="4549775"/>
              <a:ext cx="496888" cy="179388"/>
            </a:xfrm>
            <a:custGeom>
              <a:rect b="b" l="l" r="r" t="t"/>
              <a:pathLst>
                <a:path extrusionOk="0" h="2537" w="7030">
                  <a:moveTo>
                    <a:pt x="341" y="285"/>
                  </a:moveTo>
                  <a:lnTo>
                    <a:pt x="340" y="285"/>
                  </a:lnTo>
                  <a:cubicBezTo>
                    <a:pt x="304" y="284"/>
                    <a:pt x="272" y="284"/>
                    <a:pt x="241" y="284"/>
                  </a:cubicBezTo>
                  <a:lnTo>
                    <a:pt x="231" y="284"/>
                  </a:lnTo>
                  <a:cubicBezTo>
                    <a:pt x="222" y="284"/>
                    <a:pt x="213" y="284"/>
                    <a:pt x="204" y="284"/>
                  </a:cubicBezTo>
                  <a:cubicBezTo>
                    <a:pt x="181" y="284"/>
                    <a:pt x="161" y="284"/>
                    <a:pt x="142" y="284"/>
                  </a:cubicBezTo>
                  <a:lnTo>
                    <a:pt x="141" y="284"/>
                  </a:lnTo>
                  <a:cubicBezTo>
                    <a:pt x="63" y="284"/>
                    <a:pt x="0" y="221"/>
                    <a:pt x="0" y="143"/>
                  </a:cubicBezTo>
                  <a:cubicBezTo>
                    <a:pt x="0" y="105"/>
                    <a:pt x="14" y="70"/>
                    <a:pt x="41" y="43"/>
                  </a:cubicBezTo>
                  <a:cubicBezTo>
                    <a:pt x="67" y="16"/>
                    <a:pt x="103" y="1"/>
                    <a:pt x="140" y="1"/>
                  </a:cubicBezTo>
                  <a:cubicBezTo>
                    <a:pt x="172" y="0"/>
                    <a:pt x="207" y="0"/>
                    <a:pt x="242" y="1"/>
                  </a:cubicBezTo>
                  <a:cubicBezTo>
                    <a:pt x="281" y="1"/>
                    <a:pt x="313" y="1"/>
                    <a:pt x="343" y="1"/>
                  </a:cubicBezTo>
                  <a:cubicBezTo>
                    <a:pt x="421" y="2"/>
                    <a:pt x="484" y="66"/>
                    <a:pt x="482" y="145"/>
                  </a:cubicBezTo>
                  <a:cubicBezTo>
                    <a:pt x="482" y="222"/>
                    <a:pt x="418" y="285"/>
                    <a:pt x="341" y="285"/>
                  </a:cubicBezTo>
                  <a:close/>
                  <a:moveTo>
                    <a:pt x="991" y="310"/>
                  </a:moveTo>
                  <a:cubicBezTo>
                    <a:pt x="987" y="310"/>
                    <a:pt x="984" y="310"/>
                    <a:pt x="981" y="310"/>
                  </a:cubicBezTo>
                  <a:cubicBezTo>
                    <a:pt x="952" y="308"/>
                    <a:pt x="921" y="306"/>
                    <a:pt x="882" y="304"/>
                  </a:cubicBezTo>
                  <a:cubicBezTo>
                    <a:pt x="848" y="302"/>
                    <a:pt x="815" y="300"/>
                    <a:pt x="784" y="298"/>
                  </a:cubicBezTo>
                  <a:cubicBezTo>
                    <a:pt x="746" y="296"/>
                    <a:pt x="711" y="280"/>
                    <a:pt x="686" y="252"/>
                  </a:cubicBezTo>
                  <a:cubicBezTo>
                    <a:pt x="660" y="224"/>
                    <a:pt x="647" y="187"/>
                    <a:pt x="649" y="150"/>
                  </a:cubicBezTo>
                  <a:cubicBezTo>
                    <a:pt x="653" y="74"/>
                    <a:pt x="715" y="15"/>
                    <a:pt x="791" y="15"/>
                  </a:cubicBezTo>
                  <a:lnTo>
                    <a:pt x="791" y="15"/>
                  </a:lnTo>
                  <a:cubicBezTo>
                    <a:pt x="793" y="15"/>
                    <a:pt x="795" y="15"/>
                    <a:pt x="798" y="15"/>
                  </a:cubicBezTo>
                  <a:cubicBezTo>
                    <a:pt x="831" y="17"/>
                    <a:pt x="865" y="19"/>
                    <a:pt x="899" y="21"/>
                  </a:cubicBezTo>
                  <a:lnTo>
                    <a:pt x="899" y="21"/>
                  </a:lnTo>
                  <a:lnTo>
                    <a:pt x="899" y="21"/>
                  </a:lnTo>
                  <a:cubicBezTo>
                    <a:pt x="900" y="21"/>
                    <a:pt x="901" y="21"/>
                    <a:pt x="902" y="21"/>
                  </a:cubicBezTo>
                  <a:cubicBezTo>
                    <a:pt x="934" y="23"/>
                    <a:pt x="965" y="25"/>
                    <a:pt x="1000" y="27"/>
                  </a:cubicBezTo>
                  <a:lnTo>
                    <a:pt x="1000" y="27"/>
                  </a:lnTo>
                  <a:cubicBezTo>
                    <a:pt x="1078" y="32"/>
                    <a:pt x="1137" y="100"/>
                    <a:pt x="1132" y="178"/>
                  </a:cubicBezTo>
                  <a:cubicBezTo>
                    <a:pt x="1127" y="252"/>
                    <a:pt x="1065" y="310"/>
                    <a:pt x="991" y="310"/>
                  </a:cubicBezTo>
                  <a:close/>
                  <a:moveTo>
                    <a:pt x="1638" y="372"/>
                  </a:moveTo>
                  <a:cubicBezTo>
                    <a:pt x="1632" y="372"/>
                    <a:pt x="1626" y="372"/>
                    <a:pt x="1620" y="371"/>
                  </a:cubicBezTo>
                  <a:cubicBezTo>
                    <a:pt x="1587" y="367"/>
                    <a:pt x="1554" y="363"/>
                    <a:pt x="1522" y="359"/>
                  </a:cubicBezTo>
                  <a:lnTo>
                    <a:pt x="1522" y="359"/>
                  </a:lnTo>
                  <a:cubicBezTo>
                    <a:pt x="1486" y="355"/>
                    <a:pt x="1453" y="351"/>
                    <a:pt x="1424" y="348"/>
                  </a:cubicBezTo>
                  <a:cubicBezTo>
                    <a:pt x="1346" y="340"/>
                    <a:pt x="1290" y="270"/>
                    <a:pt x="1298" y="192"/>
                  </a:cubicBezTo>
                  <a:cubicBezTo>
                    <a:pt x="1305" y="120"/>
                    <a:pt x="1366" y="66"/>
                    <a:pt x="1438" y="66"/>
                  </a:cubicBezTo>
                  <a:cubicBezTo>
                    <a:pt x="1444" y="66"/>
                    <a:pt x="1449" y="66"/>
                    <a:pt x="1454" y="66"/>
                  </a:cubicBezTo>
                  <a:cubicBezTo>
                    <a:pt x="1491" y="71"/>
                    <a:pt x="1524" y="74"/>
                    <a:pt x="1555" y="78"/>
                  </a:cubicBezTo>
                  <a:cubicBezTo>
                    <a:pt x="1590" y="82"/>
                    <a:pt x="1623" y="86"/>
                    <a:pt x="1655" y="90"/>
                  </a:cubicBezTo>
                  <a:cubicBezTo>
                    <a:pt x="1692" y="94"/>
                    <a:pt x="1726" y="113"/>
                    <a:pt x="1749" y="143"/>
                  </a:cubicBezTo>
                  <a:cubicBezTo>
                    <a:pt x="1772" y="173"/>
                    <a:pt x="1783" y="210"/>
                    <a:pt x="1778" y="248"/>
                  </a:cubicBezTo>
                  <a:cubicBezTo>
                    <a:pt x="1769" y="318"/>
                    <a:pt x="1709" y="372"/>
                    <a:pt x="1638" y="372"/>
                  </a:cubicBezTo>
                  <a:close/>
                  <a:moveTo>
                    <a:pt x="2280" y="471"/>
                  </a:moveTo>
                  <a:cubicBezTo>
                    <a:pt x="2271" y="471"/>
                    <a:pt x="2263" y="470"/>
                    <a:pt x="2254" y="468"/>
                  </a:cubicBezTo>
                  <a:cubicBezTo>
                    <a:pt x="2221" y="462"/>
                    <a:pt x="2188" y="456"/>
                    <a:pt x="2157" y="451"/>
                  </a:cubicBezTo>
                  <a:lnTo>
                    <a:pt x="2156" y="451"/>
                  </a:lnTo>
                  <a:cubicBezTo>
                    <a:pt x="2124" y="445"/>
                    <a:pt x="2091" y="440"/>
                    <a:pt x="2060" y="434"/>
                  </a:cubicBezTo>
                  <a:cubicBezTo>
                    <a:pt x="2022" y="428"/>
                    <a:pt x="1990" y="408"/>
                    <a:pt x="1968" y="377"/>
                  </a:cubicBezTo>
                  <a:cubicBezTo>
                    <a:pt x="1945" y="346"/>
                    <a:pt x="1937" y="309"/>
                    <a:pt x="1943" y="271"/>
                  </a:cubicBezTo>
                  <a:cubicBezTo>
                    <a:pt x="1954" y="203"/>
                    <a:pt x="2013" y="153"/>
                    <a:pt x="2082" y="153"/>
                  </a:cubicBezTo>
                  <a:cubicBezTo>
                    <a:pt x="2090" y="153"/>
                    <a:pt x="2098" y="153"/>
                    <a:pt x="2106" y="155"/>
                  </a:cubicBezTo>
                  <a:cubicBezTo>
                    <a:pt x="2138" y="160"/>
                    <a:pt x="2172" y="166"/>
                    <a:pt x="2205" y="172"/>
                  </a:cubicBezTo>
                  <a:cubicBezTo>
                    <a:pt x="2241" y="178"/>
                    <a:pt x="2274" y="184"/>
                    <a:pt x="2305" y="189"/>
                  </a:cubicBezTo>
                  <a:lnTo>
                    <a:pt x="2306" y="189"/>
                  </a:lnTo>
                  <a:cubicBezTo>
                    <a:pt x="2343" y="196"/>
                    <a:pt x="2375" y="217"/>
                    <a:pt x="2396" y="248"/>
                  </a:cubicBezTo>
                  <a:cubicBezTo>
                    <a:pt x="2418" y="279"/>
                    <a:pt x="2426" y="317"/>
                    <a:pt x="2419" y="354"/>
                  </a:cubicBezTo>
                  <a:cubicBezTo>
                    <a:pt x="2407" y="422"/>
                    <a:pt x="2348" y="471"/>
                    <a:pt x="2280" y="471"/>
                  </a:cubicBezTo>
                  <a:close/>
                  <a:moveTo>
                    <a:pt x="2915" y="606"/>
                  </a:moveTo>
                  <a:lnTo>
                    <a:pt x="2915" y="606"/>
                  </a:lnTo>
                  <a:cubicBezTo>
                    <a:pt x="2904" y="606"/>
                    <a:pt x="2893" y="605"/>
                    <a:pt x="2881" y="602"/>
                  </a:cubicBezTo>
                  <a:cubicBezTo>
                    <a:pt x="2850" y="594"/>
                    <a:pt x="2817" y="587"/>
                    <a:pt x="2785" y="579"/>
                  </a:cubicBezTo>
                  <a:cubicBezTo>
                    <a:pt x="2756" y="572"/>
                    <a:pt x="2724" y="565"/>
                    <a:pt x="2689" y="557"/>
                  </a:cubicBezTo>
                  <a:cubicBezTo>
                    <a:pt x="2652" y="549"/>
                    <a:pt x="2621" y="527"/>
                    <a:pt x="2601" y="495"/>
                  </a:cubicBezTo>
                  <a:cubicBezTo>
                    <a:pt x="2580" y="463"/>
                    <a:pt x="2574" y="425"/>
                    <a:pt x="2582" y="388"/>
                  </a:cubicBezTo>
                  <a:cubicBezTo>
                    <a:pt x="2589" y="356"/>
                    <a:pt x="2607" y="328"/>
                    <a:pt x="2633" y="308"/>
                  </a:cubicBezTo>
                  <a:cubicBezTo>
                    <a:pt x="2666" y="281"/>
                    <a:pt x="2710" y="271"/>
                    <a:pt x="2751" y="281"/>
                  </a:cubicBezTo>
                  <a:cubicBezTo>
                    <a:pt x="2783" y="288"/>
                    <a:pt x="2817" y="295"/>
                    <a:pt x="2851" y="303"/>
                  </a:cubicBezTo>
                  <a:cubicBezTo>
                    <a:pt x="2886" y="312"/>
                    <a:pt x="2917" y="319"/>
                    <a:pt x="2949" y="327"/>
                  </a:cubicBezTo>
                  <a:cubicBezTo>
                    <a:pt x="2949" y="327"/>
                    <a:pt x="2949" y="327"/>
                    <a:pt x="2949" y="327"/>
                  </a:cubicBezTo>
                  <a:cubicBezTo>
                    <a:pt x="3025" y="345"/>
                    <a:pt x="3072" y="422"/>
                    <a:pt x="3053" y="498"/>
                  </a:cubicBezTo>
                  <a:cubicBezTo>
                    <a:pt x="3038" y="562"/>
                    <a:pt x="2981" y="606"/>
                    <a:pt x="2915" y="606"/>
                  </a:cubicBezTo>
                  <a:close/>
                  <a:moveTo>
                    <a:pt x="3542" y="779"/>
                  </a:moveTo>
                  <a:cubicBezTo>
                    <a:pt x="3528" y="779"/>
                    <a:pt x="3514" y="777"/>
                    <a:pt x="3500" y="773"/>
                  </a:cubicBezTo>
                  <a:cubicBezTo>
                    <a:pt x="3471" y="764"/>
                    <a:pt x="3440" y="754"/>
                    <a:pt x="3409" y="745"/>
                  </a:cubicBezTo>
                  <a:cubicBezTo>
                    <a:pt x="3407" y="745"/>
                    <a:pt x="3407" y="744"/>
                    <a:pt x="3405" y="744"/>
                  </a:cubicBezTo>
                  <a:cubicBezTo>
                    <a:pt x="3376" y="735"/>
                    <a:pt x="3345" y="726"/>
                    <a:pt x="3311" y="716"/>
                  </a:cubicBezTo>
                  <a:cubicBezTo>
                    <a:pt x="3274" y="706"/>
                    <a:pt x="3245" y="682"/>
                    <a:pt x="3226" y="649"/>
                  </a:cubicBezTo>
                  <a:cubicBezTo>
                    <a:pt x="3208" y="616"/>
                    <a:pt x="3204" y="577"/>
                    <a:pt x="3214" y="541"/>
                  </a:cubicBezTo>
                  <a:cubicBezTo>
                    <a:pt x="3231" y="481"/>
                    <a:pt x="3287" y="438"/>
                    <a:pt x="3350" y="438"/>
                  </a:cubicBezTo>
                  <a:cubicBezTo>
                    <a:pt x="3363" y="438"/>
                    <a:pt x="3377" y="440"/>
                    <a:pt x="3390" y="444"/>
                  </a:cubicBezTo>
                  <a:cubicBezTo>
                    <a:pt x="3420" y="453"/>
                    <a:pt x="3453" y="463"/>
                    <a:pt x="3487" y="473"/>
                  </a:cubicBezTo>
                  <a:cubicBezTo>
                    <a:pt x="3523" y="483"/>
                    <a:pt x="3554" y="493"/>
                    <a:pt x="3583" y="502"/>
                  </a:cubicBezTo>
                  <a:cubicBezTo>
                    <a:pt x="3620" y="513"/>
                    <a:pt x="3649" y="538"/>
                    <a:pt x="3667" y="571"/>
                  </a:cubicBezTo>
                  <a:cubicBezTo>
                    <a:pt x="3685" y="604"/>
                    <a:pt x="3688" y="643"/>
                    <a:pt x="3677" y="679"/>
                  </a:cubicBezTo>
                  <a:cubicBezTo>
                    <a:pt x="3659" y="739"/>
                    <a:pt x="3604" y="779"/>
                    <a:pt x="3542" y="779"/>
                  </a:cubicBezTo>
                  <a:close/>
                  <a:moveTo>
                    <a:pt x="4157" y="989"/>
                  </a:moveTo>
                  <a:lnTo>
                    <a:pt x="4157" y="988"/>
                  </a:lnTo>
                  <a:lnTo>
                    <a:pt x="4157" y="989"/>
                  </a:lnTo>
                  <a:cubicBezTo>
                    <a:pt x="4140" y="989"/>
                    <a:pt x="4124" y="986"/>
                    <a:pt x="4108" y="980"/>
                  </a:cubicBezTo>
                  <a:cubicBezTo>
                    <a:pt x="4074" y="967"/>
                    <a:pt x="4043" y="956"/>
                    <a:pt x="4015" y="945"/>
                  </a:cubicBezTo>
                  <a:cubicBezTo>
                    <a:pt x="3985" y="935"/>
                    <a:pt x="3954" y="923"/>
                    <a:pt x="3922" y="912"/>
                  </a:cubicBezTo>
                  <a:cubicBezTo>
                    <a:pt x="3886" y="900"/>
                    <a:pt x="3857" y="874"/>
                    <a:pt x="3841" y="840"/>
                  </a:cubicBezTo>
                  <a:cubicBezTo>
                    <a:pt x="3825" y="805"/>
                    <a:pt x="3823" y="767"/>
                    <a:pt x="3835" y="731"/>
                  </a:cubicBezTo>
                  <a:cubicBezTo>
                    <a:pt x="3855" y="675"/>
                    <a:pt x="3909" y="637"/>
                    <a:pt x="3969" y="637"/>
                  </a:cubicBezTo>
                  <a:cubicBezTo>
                    <a:pt x="3985" y="637"/>
                    <a:pt x="4001" y="640"/>
                    <a:pt x="4016" y="645"/>
                  </a:cubicBezTo>
                  <a:cubicBezTo>
                    <a:pt x="4052" y="658"/>
                    <a:pt x="4082" y="669"/>
                    <a:pt x="4112" y="679"/>
                  </a:cubicBezTo>
                  <a:cubicBezTo>
                    <a:pt x="4146" y="692"/>
                    <a:pt x="4176" y="703"/>
                    <a:pt x="4207" y="714"/>
                  </a:cubicBezTo>
                  <a:cubicBezTo>
                    <a:pt x="4280" y="742"/>
                    <a:pt x="4317" y="824"/>
                    <a:pt x="4289" y="897"/>
                  </a:cubicBezTo>
                  <a:cubicBezTo>
                    <a:pt x="4269" y="952"/>
                    <a:pt x="4216" y="989"/>
                    <a:pt x="4157" y="989"/>
                  </a:cubicBezTo>
                  <a:close/>
                  <a:moveTo>
                    <a:pt x="4759" y="1235"/>
                  </a:moveTo>
                  <a:cubicBezTo>
                    <a:pt x="4738" y="1235"/>
                    <a:pt x="4719" y="1231"/>
                    <a:pt x="4701" y="1223"/>
                  </a:cubicBezTo>
                  <a:cubicBezTo>
                    <a:pt x="4671" y="1209"/>
                    <a:pt x="4640" y="1196"/>
                    <a:pt x="4611" y="1183"/>
                  </a:cubicBezTo>
                  <a:cubicBezTo>
                    <a:pt x="4610" y="1183"/>
                    <a:pt x="4610" y="1183"/>
                    <a:pt x="4610" y="1182"/>
                  </a:cubicBezTo>
                  <a:lnTo>
                    <a:pt x="4609" y="1182"/>
                  </a:lnTo>
                  <a:cubicBezTo>
                    <a:pt x="4579" y="1169"/>
                    <a:pt x="4549" y="1156"/>
                    <a:pt x="4520" y="1144"/>
                  </a:cubicBezTo>
                  <a:cubicBezTo>
                    <a:pt x="4485" y="1129"/>
                    <a:pt x="4458" y="1102"/>
                    <a:pt x="4444" y="1067"/>
                  </a:cubicBezTo>
                  <a:cubicBezTo>
                    <a:pt x="4430" y="1032"/>
                    <a:pt x="4430" y="993"/>
                    <a:pt x="4445" y="958"/>
                  </a:cubicBezTo>
                  <a:cubicBezTo>
                    <a:pt x="4467" y="906"/>
                    <a:pt x="4518" y="872"/>
                    <a:pt x="4575" y="872"/>
                  </a:cubicBezTo>
                  <a:cubicBezTo>
                    <a:pt x="4594" y="872"/>
                    <a:pt x="4613" y="876"/>
                    <a:pt x="4631" y="883"/>
                  </a:cubicBezTo>
                  <a:cubicBezTo>
                    <a:pt x="4660" y="896"/>
                    <a:pt x="4692" y="909"/>
                    <a:pt x="4724" y="923"/>
                  </a:cubicBezTo>
                  <a:cubicBezTo>
                    <a:pt x="4751" y="935"/>
                    <a:pt x="4781" y="948"/>
                    <a:pt x="4817" y="964"/>
                  </a:cubicBezTo>
                  <a:lnTo>
                    <a:pt x="4817" y="964"/>
                  </a:lnTo>
                  <a:cubicBezTo>
                    <a:pt x="4851" y="979"/>
                    <a:pt x="4877" y="1007"/>
                    <a:pt x="4891" y="1042"/>
                  </a:cubicBezTo>
                  <a:cubicBezTo>
                    <a:pt x="4904" y="1078"/>
                    <a:pt x="4903" y="1116"/>
                    <a:pt x="4888" y="1151"/>
                  </a:cubicBezTo>
                  <a:cubicBezTo>
                    <a:pt x="4865" y="1202"/>
                    <a:pt x="4814" y="1235"/>
                    <a:pt x="4759" y="1235"/>
                  </a:cubicBezTo>
                  <a:close/>
                  <a:moveTo>
                    <a:pt x="5344" y="1518"/>
                  </a:moveTo>
                  <a:cubicBezTo>
                    <a:pt x="5322" y="1518"/>
                    <a:pt x="5299" y="1512"/>
                    <a:pt x="5278" y="1502"/>
                  </a:cubicBezTo>
                  <a:cubicBezTo>
                    <a:pt x="5252" y="1488"/>
                    <a:pt x="5223" y="1473"/>
                    <a:pt x="5191" y="1456"/>
                  </a:cubicBezTo>
                  <a:cubicBezTo>
                    <a:pt x="5163" y="1442"/>
                    <a:pt x="5133" y="1427"/>
                    <a:pt x="5103" y="1412"/>
                  </a:cubicBezTo>
                  <a:cubicBezTo>
                    <a:pt x="5033" y="1377"/>
                    <a:pt x="5004" y="1292"/>
                    <a:pt x="5039" y="1222"/>
                  </a:cubicBezTo>
                  <a:cubicBezTo>
                    <a:pt x="5063" y="1174"/>
                    <a:pt x="5112" y="1143"/>
                    <a:pt x="5166" y="1143"/>
                  </a:cubicBezTo>
                  <a:cubicBezTo>
                    <a:pt x="5188" y="1143"/>
                    <a:pt x="5209" y="1148"/>
                    <a:pt x="5229" y="1158"/>
                  </a:cubicBezTo>
                  <a:cubicBezTo>
                    <a:pt x="5257" y="1172"/>
                    <a:pt x="5287" y="1187"/>
                    <a:pt x="5319" y="1204"/>
                  </a:cubicBezTo>
                  <a:cubicBezTo>
                    <a:pt x="5355" y="1222"/>
                    <a:pt x="5384" y="1237"/>
                    <a:pt x="5410" y="1250"/>
                  </a:cubicBezTo>
                  <a:cubicBezTo>
                    <a:pt x="5443" y="1268"/>
                    <a:pt x="5468" y="1297"/>
                    <a:pt x="5479" y="1334"/>
                  </a:cubicBezTo>
                  <a:cubicBezTo>
                    <a:pt x="5491" y="1370"/>
                    <a:pt x="5487" y="1408"/>
                    <a:pt x="5470" y="1442"/>
                  </a:cubicBezTo>
                  <a:cubicBezTo>
                    <a:pt x="5445" y="1489"/>
                    <a:pt x="5397" y="1518"/>
                    <a:pt x="5344" y="1518"/>
                  </a:cubicBezTo>
                  <a:close/>
                  <a:moveTo>
                    <a:pt x="5910" y="1837"/>
                  </a:moveTo>
                  <a:lnTo>
                    <a:pt x="5910" y="1837"/>
                  </a:lnTo>
                  <a:cubicBezTo>
                    <a:pt x="5884" y="1837"/>
                    <a:pt x="5859" y="1830"/>
                    <a:pt x="5837" y="1817"/>
                  </a:cubicBezTo>
                  <a:cubicBezTo>
                    <a:pt x="5808" y="1800"/>
                    <a:pt x="5780" y="1782"/>
                    <a:pt x="5752" y="1766"/>
                  </a:cubicBezTo>
                  <a:cubicBezTo>
                    <a:pt x="5726" y="1750"/>
                    <a:pt x="5698" y="1734"/>
                    <a:pt x="5667" y="1716"/>
                  </a:cubicBezTo>
                  <a:cubicBezTo>
                    <a:pt x="5634" y="1697"/>
                    <a:pt x="5611" y="1666"/>
                    <a:pt x="5601" y="1630"/>
                  </a:cubicBezTo>
                  <a:cubicBezTo>
                    <a:pt x="5592" y="1593"/>
                    <a:pt x="5597" y="1555"/>
                    <a:pt x="5616" y="1522"/>
                  </a:cubicBezTo>
                  <a:cubicBezTo>
                    <a:pt x="5641" y="1479"/>
                    <a:pt x="5688" y="1452"/>
                    <a:pt x="5739" y="1452"/>
                  </a:cubicBezTo>
                  <a:cubicBezTo>
                    <a:pt x="5763" y="1452"/>
                    <a:pt x="5788" y="1458"/>
                    <a:pt x="5810" y="1471"/>
                  </a:cubicBezTo>
                  <a:cubicBezTo>
                    <a:pt x="5839" y="1488"/>
                    <a:pt x="5868" y="1505"/>
                    <a:pt x="5897" y="1522"/>
                  </a:cubicBezTo>
                  <a:cubicBezTo>
                    <a:pt x="5926" y="1539"/>
                    <a:pt x="5955" y="1557"/>
                    <a:pt x="5984" y="1575"/>
                  </a:cubicBezTo>
                  <a:cubicBezTo>
                    <a:pt x="6017" y="1594"/>
                    <a:pt x="6039" y="1625"/>
                    <a:pt x="6048" y="1662"/>
                  </a:cubicBezTo>
                  <a:cubicBezTo>
                    <a:pt x="6057" y="1699"/>
                    <a:pt x="6051" y="1737"/>
                    <a:pt x="6031" y="1770"/>
                  </a:cubicBezTo>
                  <a:cubicBezTo>
                    <a:pt x="6005" y="1812"/>
                    <a:pt x="5960" y="1837"/>
                    <a:pt x="5910" y="1837"/>
                  </a:cubicBezTo>
                  <a:close/>
                  <a:moveTo>
                    <a:pt x="6453" y="2196"/>
                  </a:moveTo>
                  <a:cubicBezTo>
                    <a:pt x="6423" y="2196"/>
                    <a:pt x="6395" y="2187"/>
                    <a:pt x="6370" y="2169"/>
                  </a:cubicBezTo>
                  <a:cubicBezTo>
                    <a:pt x="6346" y="2152"/>
                    <a:pt x="6320" y="2133"/>
                    <a:pt x="6293" y="2114"/>
                  </a:cubicBezTo>
                  <a:lnTo>
                    <a:pt x="6292" y="2114"/>
                  </a:lnTo>
                  <a:cubicBezTo>
                    <a:pt x="6291" y="2113"/>
                    <a:pt x="6291" y="2113"/>
                    <a:pt x="6290" y="2112"/>
                  </a:cubicBezTo>
                  <a:cubicBezTo>
                    <a:pt x="6263" y="2093"/>
                    <a:pt x="6236" y="2075"/>
                    <a:pt x="6209" y="2057"/>
                  </a:cubicBezTo>
                  <a:cubicBezTo>
                    <a:pt x="6178" y="2035"/>
                    <a:pt x="6157" y="2003"/>
                    <a:pt x="6150" y="1966"/>
                  </a:cubicBezTo>
                  <a:cubicBezTo>
                    <a:pt x="6143" y="1929"/>
                    <a:pt x="6151" y="1891"/>
                    <a:pt x="6172" y="1860"/>
                  </a:cubicBezTo>
                  <a:cubicBezTo>
                    <a:pt x="6198" y="1821"/>
                    <a:pt x="6242" y="1798"/>
                    <a:pt x="6289" y="1798"/>
                  </a:cubicBezTo>
                  <a:cubicBezTo>
                    <a:pt x="6318" y="1798"/>
                    <a:pt x="6345" y="1806"/>
                    <a:pt x="6369" y="1822"/>
                  </a:cubicBezTo>
                  <a:cubicBezTo>
                    <a:pt x="6396" y="1841"/>
                    <a:pt x="6423" y="1860"/>
                    <a:pt x="6453" y="1880"/>
                  </a:cubicBezTo>
                  <a:cubicBezTo>
                    <a:pt x="6482" y="1901"/>
                    <a:pt x="6510" y="1920"/>
                    <a:pt x="6535" y="1939"/>
                  </a:cubicBezTo>
                  <a:lnTo>
                    <a:pt x="6536" y="1939"/>
                  </a:lnTo>
                  <a:cubicBezTo>
                    <a:pt x="6599" y="1985"/>
                    <a:pt x="6614" y="2073"/>
                    <a:pt x="6568" y="2137"/>
                  </a:cubicBezTo>
                  <a:cubicBezTo>
                    <a:pt x="6542" y="2174"/>
                    <a:pt x="6498" y="2196"/>
                    <a:pt x="6453" y="2196"/>
                  </a:cubicBezTo>
                  <a:close/>
                  <a:moveTo>
                    <a:pt x="6887" y="2537"/>
                  </a:moveTo>
                  <a:lnTo>
                    <a:pt x="6886" y="2537"/>
                  </a:lnTo>
                  <a:cubicBezTo>
                    <a:pt x="6851" y="2537"/>
                    <a:pt x="6817" y="2523"/>
                    <a:pt x="6791" y="2499"/>
                  </a:cubicBezTo>
                  <a:lnTo>
                    <a:pt x="6787" y="2496"/>
                  </a:lnTo>
                  <a:cubicBezTo>
                    <a:pt x="6784" y="2494"/>
                    <a:pt x="6780" y="2490"/>
                    <a:pt x="6774" y="2484"/>
                  </a:cubicBezTo>
                  <a:cubicBezTo>
                    <a:pt x="6757" y="2470"/>
                    <a:pt x="6739" y="2454"/>
                    <a:pt x="6719" y="2438"/>
                  </a:cubicBezTo>
                  <a:cubicBezTo>
                    <a:pt x="6691" y="2413"/>
                    <a:pt x="6673" y="2379"/>
                    <a:pt x="6669" y="2342"/>
                  </a:cubicBezTo>
                  <a:cubicBezTo>
                    <a:pt x="6666" y="2304"/>
                    <a:pt x="6677" y="2267"/>
                    <a:pt x="6702" y="2238"/>
                  </a:cubicBezTo>
                  <a:cubicBezTo>
                    <a:pt x="6729" y="2206"/>
                    <a:pt x="6768" y="2187"/>
                    <a:pt x="6810" y="2187"/>
                  </a:cubicBezTo>
                  <a:cubicBezTo>
                    <a:pt x="6844" y="2187"/>
                    <a:pt x="6876" y="2199"/>
                    <a:pt x="6901" y="2220"/>
                  </a:cubicBezTo>
                  <a:cubicBezTo>
                    <a:pt x="6953" y="2264"/>
                    <a:pt x="6980" y="2289"/>
                    <a:pt x="6982" y="2291"/>
                  </a:cubicBezTo>
                  <a:lnTo>
                    <a:pt x="6982" y="2291"/>
                  </a:lnTo>
                  <a:cubicBezTo>
                    <a:pt x="7010" y="2316"/>
                    <a:pt x="7026" y="2351"/>
                    <a:pt x="7028" y="2389"/>
                  </a:cubicBezTo>
                  <a:cubicBezTo>
                    <a:pt x="7030" y="2427"/>
                    <a:pt x="7016" y="2463"/>
                    <a:pt x="6991" y="2491"/>
                  </a:cubicBezTo>
                  <a:cubicBezTo>
                    <a:pt x="6964" y="2520"/>
                    <a:pt x="6926" y="2537"/>
                    <a:pt x="6887" y="2537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27"/>
            <p:cNvSpPr/>
            <p:nvPr/>
          </p:nvSpPr>
          <p:spPr>
            <a:xfrm>
              <a:off x="7986713" y="4598988"/>
              <a:ext cx="396875" cy="138113"/>
            </a:xfrm>
            <a:custGeom>
              <a:rect b="b" l="l" r="r" t="t"/>
              <a:pathLst>
                <a:path extrusionOk="0" h="1959" w="5613">
                  <a:moveTo>
                    <a:pt x="5455" y="1959"/>
                  </a:moveTo>
                  <a:cubicBezTo>
                    <a:pt x="5422" y="1959"/>
                    <a:pt x="5389" y="1947"/>
                    <a:pt x="5362" y="1924"/>
                  </a:cubicBezTo>
                  <a:lnTo>
                    <a:pt x="5362" y="1924"/>
                  </a:lnTo>
                  <a:cubicBezTo>
                    <a:pt x="5357" y="1920"/>
                    <a:pt x="4865" y="1495"/>
                    <a:pt x="3980" y="1091"/>
                  </a:cubicBezTo>
                  <a:cubicBezTo>
                    <a:pt x="3165" y="718"/>
                    <a:pt x="1839" y="285"/>
                    <a:pt x="149" y="342"/>
                  </a:cubicBezTo>
                  <a:cubicBezTo>
                    <a:pt x="71" y="344"/>
                    <a:pt x="6" y="283"/>
                    <a:pt x="3" y="205"/>
                  </a:cubicBezTo>
                  <a:cubicBezTo>
                    <a:pt x="0" y="127"/>
                    <a:pt x="62" y="61"/>
                    <a:pt x="140" y="59"/>
                  </a:cubicBezTo>
                  <a:cubicBezTo>
                    <a:pt x="1890" y="0"/>
                    <a:pt x="3264" y="450"/>
                    <a:pt x="4109" y="838"/>
                  </a:cubicBezTo>
                  <a:cubicBezTo>
                    <a:pt x="5028" y="1260"/>
                    <a:pt x="5527" y="1692"/>
                    <a:pt x="5548" y="1710"/>
                  </a:cubicBezTo>
                  <a:cubicBezTo>
                    <a:pt x="5607" y="1762"/>
                    <a:pt x="5613" y="1852"/>
                    <a:pt x="5561" y="1910"/>
                  </a:cubicBezTo>
                  <a:cubicBezTo>
                    <a:pt x="5534" y="1942"/>
                    <a:pt x="5494" y="1959"/>
                    <a:pt x="5455" y="195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27"/>
            <p:cNvSpPr/>
            <p:nvPr/>
          </p:nvSpPr>
          <p:spPr>
            <a:xfrm>
              <a:off x="8039101" y="4667250"/>
              <a:ext cx="246063" cy="79375"/>
            </a:xfrm>
            <a:custGeom>
              <a:rect b="b" l="l" r="r" t="t"/>
              <a:pathLst>
                <a:path extrusionOk="0" h="1134" w="3491">
                  <a:moveTo>
                    <a:pt x="144" y="292"/>
                  </a:moveTo>
                  <a:cubicBezTo>
                    <a:pt x="70" y="292"/>
                    <a:pt x="8" y="235"/>
                    <a:pt x="3" y="161"/>
                  </a:cubicBezTo>
                  <a:cubicBezTo>
                    <a:pt x="0" y="123"/>
                    <a:pt x="12" y="87"/>
                    <a:pt x="37" y="58"/>
                  </a:cubicBezTo>
                  <a:cubicBezTo>
                    <a:pt x="62" y="29"/>
                    <a:pt x="96" y="12"/>
                    <a:pt x="134" y="10"/>
                  </a:cubicBezTo>
                  <a:cubicBezTo>
                    <a:pt x="169" y="7"/>
                    <a:pt x="204" y="5"/>
                    <a:pt x="238" y="3"/>
                  </a:cubicBezTo>
                  <a:cubicBezTo>
                    <a:pt x="271" y="2"/>
                    <a:pt x="307" y="1"/>
                    <a:pt x="341" y="0"/>
                  </a:cubicBezTo>
                  <a:lnTo>
                    <a:pt x="344" y="0"/>
                  </a:lnTo>
                  <a:cubicBezTo>
                    <a:pt x="381" y="0"/>
                    <a:pt x="416" y="14"/>
                    <a:pt x="443" y="41"/>
                  </a:cubicBezTo>
                  <a:cubicBezTo>
                    <a:pt x="470" y="67"/>
                    <a:pt x="485" y="102"/>
                    <a:pt x="486" y="139"/>
                  </a:cubicBezTo>
                  <a:cubicBezTo>
                    <a:pt x="487" y="217"/>
                    <a:pt x="424" y="282"/>
                    <a:pt x="346" y="283"/>
                  </a:cubicBezTo>
                  <a:cubicBezTo>
                    <a:pt x="314" y="284"/>
                    <a:pt x="282" y="285"/>
                    <a:pt x="251" y="286"/>
                  </a:cubicBezTo>
                  <a:cubicBezTo>
                    <a:pt x="219" y="288"/>
                    <a:pt x="186" y="290"/>
                    <a:pt x="155" y="292"/>
                  </a:cubicBezTo>
                  <a:cubicBezTo>
                    <a:pt x="151" y="292"/>
                    <a:pt x="147" y="292"/>
                    <a:pt x="144" y="292"/>
                  </a:cubicBezTo>
                  <a:close/>
                  <a:moveTo>
                    <a:pt x="992" y="323"/>
                  </a:moveTo>
                  <a:cubicBezTo>
                    <a:pt x="986" y="323"/>
                    <a:pt x="979" y="323"/>
                    <a:pt x="973" y="322"/>
                  </a:cubicBezTo>
                  <a:cubicBezTo>
                    <a:pt x="940" y="318"/>
                    <a:pt x="908" y="314"/>
                    <a:pt x="877" y="310"/>
                  </a:cubicBezTo>
                  <a:cubicBezTo>
                    <a:pt x="843" y="306"/>
                    <a:pt x="811" y="303"/>
                    <a:pt x="781" y="300"/>
                  </a:cubicBezTo>
                  <a:cubicBezTo>
                    <a:pt x="743" y="297"/>
                    <a:pt x="709" y="278"/>
                    <a:pt x="685" y="250"/>
                  </a:cubicBezTo>
                  <a:cubicBezTo>
                    <a:pt x="660" y="220"/>
                    <a:pt x="649" y="184"/>
                    <a:pt x="652" y="146"/>
                  </a:cubicBezTo>
                  <a:cubicBezTo>
                    <a:pt x="656" y="111"/>
                    <a:pt x="672" y="78"/>
                    <a:pt x="698" y="54"/>
                  </a:cubicBezTo>
                  <a:cubicBezTo>
                    <a:pt x="728" y="27"/>
                    <a:pt x="767" y="14"/>
                    <a:pt x="806" y="18"/>
                  </a:cubicBezTo>
                  <a:cubicBezTo>
                    <a:pt x="841" y="21"/>
                    <a:pt x="875" y="25"/>
                    <a:pt x="909" y="28"/>
                  </a:cubicBezTo>
                  <a:cubicBezTo>
                    <a:pt x="942" y="32"/>
                    <a:pt x="977" y="37"/>
                    <a:pt x="1011" y="41"/>
                  </a:cubicBezTo>
                  <a:cubicBezTo>
                    <a:pt x="1088" y="52"/>
                    <a:pt x="1143" y="123"/>
                    <a:pt x="1132" y="201"/>
                  </a:cubicBezTo>
                  <a:cubicBezTo>
                    <a:pt x="1123" y="270"/>
                    <a:pt x="1063" y="323"/>
                    <a:pt x="992" y="323"/>
                  </a:cubicBezTo>
                  <a:close/>
                  <a:moveTo>
                    <a:pt x="1629" y="452"/>
                  </a:moveTo>
                  <a:cubicBezTo>
                    <a:pt x="1617" y="452"/>
                    <a:pt x="1605" y="450"/>
                    <a:pt x="1593" y="447"/>
                  </a:cubicBezTo>
                  <a:cubicBezTo>
                    <a:pt x="1561" y="439"/>
                    <a:pt x="1530" y="430"/>
                    <a:pt x="1498" y="423"/>
                  </a:cubicBezTo>
                  <a:cubicBezTo>
                    <a:pt x="1465" y="415"/>
                    <a:pt x="1434" y="407"/>
                    <a:pt x="1403" y="400"/>
                  </a:cubicBezTo>
                  <a:cubicBezTo>
                    <a:pt x="1327" y="383"/>
                    <a:pt x="1279" y="307"/>
                    <a:pt x="1296" y="231"/>
                  </a:cubicBezTo>
                  <a:cubicBezTo>
                    <a:pt x="1304" y="200"/>
                    <a:pt x="1321" y="171"/>
                    <a:pt x="1347" y="151"/>
                  </a:cubicBezTo>
                  <a:cubicBezTo>
                    <a:pt x="1380" y="125"/>
                    <a:pt x="1424" y="115"/>
                    <a:pt x="1465" y="124"/>
                  </a:cubicBezTo>
                  <a:cubicBezTo>
                    <a:pt x="1498" y="132"/>
                    <a:pt x="1532" y="139"/>
                    <a:pt x="1565" y="148"/>
                  </a:cubicBezTo>
                  <a:cubicBezTo>
                    <a:pt x="1598" y="156"/>
                    <a:pt x="1632" y="164"/>
                    <a:pt x="1665" y="173"/>
                  </a:cubicBezTo>
                  <a:cubicBezTo>
                    <a:pt x="1740" y="193"/>
                    <a:pt x="1786" y="270"/>
                    <a:pt x="1766" y="346"/>
                  </a:cubicBezTo>
                  <a:cubicBezTo>
                    <a:pt x="1750" y="408"/>
                    <a:pt x="1693" y="452"/>
                    <a:pt x="1629" y="452"/>
                  </a:cubicBezTo>
                  <a:close/>
                  <a:moveTo>
                    <a:pt x="2248" y="648"/>
                  </a:moveTo>
                  <a:cubicBezTo>
                    <a:pt x="2232" y="648"/>
                    <a:pt x="2215" y="645"/>
                    <a:pt x="2200" y="639"/>
                  </a:cubicBezTo>
                  <a:cubicBezTo>
                    <a:pt x="2170" y="628"/>
                    <a:pt x="2139" y="617"/>
                    <a:pt x="2110" y="607"/>
                  </a:cubicBezTo>
                  <a:cubicBezTo>
                    <a:pt x="2109" y="606"/>
                    <a:pt x="2109" y="606"/>
                    <a:pt x="2108" y="606"/>
                  </a:cubicBezTo>
                  <a:lnTo>
                    <a:pt x="2107" y="606"/>
                  </a:lnTo>
                  <a:cubicBezTo>
                    <a:pt x="2074" y="594"/>
                    <a:pt x="2044" y="583"/>
                    <a:pt x="2014" y="574"/>
                  </a:cubicBezTo>
                  <a:cubicBezTo>
                    <a:pt x="1979" y="562"/>
                    <a:pt x="1950" y="536"/>
                    <a:pt x="1933" y="502"/>
                  </a:cubicBezTo>
                  <a:cubicBezTo>
                    <a:pt x="1916" y="468"/>
                    <a:pt x="1913" y="430"/>
                    <a:pt x="1925" y="394"/>
                  </a:cubicBezTo>
                  <a:cubicBezTo>
                    <a:pt x="1945" y="336"/>
                    <a:pt x="1999" y="298"/>
                    <a:pt x="2060" y="298"/>
                  </a:cubicBezTo>
                  <a:cubicBezTo>
                    <a:pt x="2075" y="298"/>
                    <a:pt x="2090" y="300"/>
                    <a:pt x="2105" y="305"/>
                  </a:cubicBezTo>
                  <a:cubicBezTo>
                    <a:pt x="2136" y="315"/>
                    <a:pt x="2168" y="326"/>
                    <a:pt x="2202" y="338"/>
                  </a:cubicBezTo>
                  <a:cubicBezTo>
                    <a:pt x="2232" y="349"/>
                    <a:pt x="2263" y="360"/>
                    <a:pt x="2297" y="373"/>
                  </a:cubicBezTo>
                  <a:cubicBezTo>
                    <a:pt x="2370" y="400"/>
                    <a:pt x="2408" y="481"/>
                    <a:pt x="2381" y="555"/>
                  </a:cubicBezTo>
                  <a:cubicBezTo>
                    <a:pt x="2361" y="610"/>
                    <a:pt x="2307" y="648"/>
                    <a:pt x="2248" y="648"/>
                  </a:cubicBezTo>
                  <a:close/>
                  <a:moveTo>
                    <a:pt x="2849" y="895"/>
                  </a:moveTo>
                  <a:cubicBezTo>
                    <a:pt x="2829" y="895"/>
                    <a:pt x="2810" y="891"/>
                    <a:pt x="2791" y="882"/>
                  </a:cubicBezTo>
                  <a:cubicBezTo>
                    <a:pt x="2763" y="870"/>
                    <a:pt x="2734" y="856"/>
                    <a:pt x="2701" y="842"/>
                  </a:cubicBezTo>
                  <a:cubicBezTo>
                    <a:pt x="2671" y="829"/>
                    <a:pt x="2641" y="816"/>
                    <a:pt x="2611" y="803"/>
                  </a:cubicBezTo>
                  <a:cubicBezTo>
                    <a:pt x="2576" y="788"/>
                    <a:pt x="2549" y="760"/>
                    <a:pt x="2535" y="725"/>
                  </a:cubicBezTo>
                  <a:cubicBezTo>
                    <a:pt x="2521" y="690"/>
                    <a:pt x="2521" y="652"/>
                    <a:pt x="2536" y="617"/>
                  </a:cubicBezTo>
                  <a:cubicBezTo>
                    <a:pt x="2559" y="565"/>
                    <a:pt x="2610" y="531"/>
                    <a:pt x="2666" y="531"/>
                  </a:cubicBezTo>
                  <a:cubicBezTo>
                    <a:pt x="2686" y="531"/>
                    <a:pt x="2705" y="535"/>
                    <a:pt x="2722" y="542"/>
                  </a:cubicBezTo>
                  <a:cubicBezTo>
                    <a:pt x="2756" y="557"/>
                    <a:pt x="2787" y="570"/>
                    <a:pt x="2815" y="583"/>
                  </a:cubicBezTo>
                  <a:cubicBezTo>
                    <a:pt x="2846" y="597"/>
                    <a:pt x="2878" y="611"/>
                    <a:pt x="2908" y="624"/>
                  </a:cubicBezTo>
                  <a:lnTo>
                    <a:pt x="2908" y="625"/>
                  </a:lnTo>
                  <a:cubicBezTo>
                    <a:pt x="2979" y="657"/>
                    <a:pt x="3011" y="741"/>
                    <a:pt x="2978" y="812"/>
                  </a:cubicBezTo>
                  <a:cubicBezTo>
                    <a:pt x="2956" y="862"/>
                    <a:pt x="2905" y="895"/>
                    <a:pt x="2849" y="895"/>
                  </a:cubicBezTo>
                  <a:close/>
                  <a:moveTo>
                    <a:pt x="3345" y="1134"/>
                  </a:moveTo>
                  <a:lnTo>
                    <a:pt x="3345" y="1134"/>
                  </a:lnTo>
                  <a:cubicBezTo>
                    <a:pt x="3323" y="1134"/>
                    <a:pt x="3301" y="1129"/>
                    <a:pt x="3281" y="1119"/>
                  </a:cubicBezTo>
                  <a:cubicBezTo>
                    <a:pt x="3247" y="1102"/>
                    <a:pt x="3219" y="1088"/>
                    <a:pt x="3192" y="1074"/>
                  </a:cubicBezTo>
                  <a:cubicBezTo>
                    <a:pt x="3159" y="1057"/>
                    <a:pt x="3133" y="1028"/>
                    <a:pt x="3121" y="992"/>
                  </a:cubicBezTo>
                  <a:cubicBezTo>
                    <a:pt x="3110" y="957"/>
                    <a:pt x="3112" y="918"/>
                    <a:pt x="3129" y="884"/>
                  </a:cubicBezTo>
                  <a:cubicBezTo>
                    <a:pt x="3153" y="836"/>
                    <a:pt x="3201" y="806"/>
                    <a:pt x="3256" y="806"/>
                  </a:cubicBezTo>
                  <a:cubicBezTo>
                    <a:pt x="3278" y="806"/>
                    <a:pt x="3299" y="811"/>
                    <a:pt x="3319" y="821"/>
                  </a:cubicBezTo>
                  <a:cubicBezTo>
                    <a:pt x="3350" y="837"/>
                    <a:pt x="3381" y="852"/>
                    <a:pt x="3409" y="867"/>
                  </a:cubicBezTo>
                  <a:lnTo>
                    <a:pt x="3410" y="867"/>
                  </a:lnTo>
                  <a:cubicBezTo>
                    <a:pt x="3443" y="884"/>
                    <a:pt x="3468" y="913"/>
                    <a:pt x="3480" y="949"/>
                  </a:cubicBezTo>
                  <a:cubicBezTo>
                    <a:pt x="3491" y="985"/>
                    <a:pt x="3488" y="1023"/>
                    <a:pt x="3471" y="1057"/>
                  </a:cubicBezTo>
                  <a:cubicBezTo>
                    <a:pt x="3447" y="1105"/>
                    <a:pt x="3399" y="1134"/>
                    <a:pt x="3345" y="113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27"/>
            <p:cNvSpPr/>
            <p:nvPr/>
          </p:nvSpPr>
          <p:spPr>
            <a:xfrm>
              <a:off x="8328026" y="4492625"/>
              <a:ext cx="254000" cy="52388"/>
            </a:xfrm>
            <a:custGeom>
              <a:rect b="b" l="l" r="r" t="t"/>
              <a:pathLst>
                <a:path extrusionOk="0" h="747" w="3591">
                  <a:moveTo>
                    <a:pt x="2698" y="289"/>
                  </a:moveTo>
                  <a:cubicBezTo>
                    <a:pt x="2661" y="289"/>
                    <a:pt x="2626" y="275"/>
                    <a:pt x="2600" y="249"/>
                  </a:cubicBezTo>
                  <a:cubicBezTo>
                    <a:pt x="2573" y="223"/>
                    <a:pt x="2557" y="189"/>
                    <a:pt x="2556" y="152"/>
                  </a:cubicBezTo>
                  <a:cubicBezTo>
                    <a:pt x="2555" y="114"/>
                    <a:pt x="2568" y="78"/>
                    <a:pt x="2594" y="51"/>
                  </a:cubicBezTo>
                  <a:cubicBezTo>
                    <a:pt x="2620" y="23"/>
                    <a:pt x="2655" y="7"/>
                    <a:pt x="2693" y="6"/>
                  </a:cubicBezTo>
                  <a:cubicBezTo>
                    <a:pt x="2725" y="4"/>
                    <a:pt x="2758" y="3"/>
                    <a:pt x="2795" y="2"/>
                  </a:cubicBezTo>
                  <a:cubicBezTo>
                    <a:pt x="2830" y="2"/>
                    <a:pt x="2864" y="1"/>
                    <a:pt x="2896" y="0"/>
                  </a:cubicBezTo>
                  <a:lnTo>
                    <a:pt x="2898" y="0"/>
                  </a:lnTo>
                  <a:cubicBezTo>
                    <a:pt x="2975" y="0"/>
                    <a:pt x="3039" y="63"/>
                    <a:pt x="3040" y="140"/>
                  </a:cubicBezTo>
                  <a:cubicBezTo>
                    <a:pt x="3041" y="218"/>
                    <a:pt x="2978" y="283"/>
                    <a:pt x="2900" y="284"/>
                  </a:cubicBezTo>
                  <a:cubicBezTo>
                    <a:pt x="2871" y="284"/>
                    <a:pt x="2841" y="285"/>
                    <a:pt x="2805" y="286"/>
                  </a:cubicBezTo>
                  <a:lnTo>
                    <a:pt x="2801" y="286"/>
                  </a:lnTo>
                  <a:cubicBezTo>
                    <a:pt x="2769" y="286"/>
                    <a:pt x="2736" y="287"/>
                    <a:pt x="2703" y="289"/>
                  </a:cubicBezTo>
                  <a:cubicBezTo>
                    <a:pt x="2701" y="289"/>
                    <a:pt x="2700" y="289"/>
                    <a:pt x="2698" y="289"/>
                  </a:cubicBezTo>
                  <a:close/>
                  <a:moveTo>
                    <a:pt x="3448" y="295"/>
                  </a:moveTo>
                  <a:cubicBezTo>
                    <a:pt x="3446" y="295"/>
                    <a:pt x="3442" y="295"/>
                    <a:pt x="3440" y="295"/>
                  </a:cubicBezTo>
                  <a:cubicBezTo>
                    <a:pt x="3408" y="293"/>
                    <a:pt x="3375" y="292"/>
                    <a:pt x="3342" y="290"/>
                  </a:cubicBezTo>
                  <a:cubicBezTo>
                    <a:pt x="3304" y="289"/>
                    <a:pt x="3269" y="272"/>
                    <a:pt x="3243" y="244"/>
                  </a:cubicBezTo>
                  <a:cubicBezTo>
                    <a:pt x="3218" y="217"/>
                    <a:pt x="3205" y="180"/>
                    <a:pt x="3206" y="143"/>
                  </a:cubicBezTo>
                  <a:cubicBezTo>
                    <a:pt x="3209" y="64"/>
                    <a:pt x="3275" y="3"/>
                    <a:pt x="3354" y="7"/>
                  </a:cubicBezTo>
                  <a:cubicBezTo>
                    <a:pt x="3387" y="8"/>
                    <a:pt x="3422" y="10"/>
                    <a:pt x="3455" y="12"/>
                  </a:cubicBezTo>
                  <a:cubicBezTo>
                    <a:pt x="3455" y="12"/>
                    <a:pt x="3455" y="12"/>
                    <a:pt x="3456" y="12"/>
                  </a:cubicBezTo>
                  <a:cubicBezTo>
                    <a:pt x="3494" y="14"/>
                    <a:pt x="3528" y="31"/>
                    <a:pt x="3553" y="59"/>
                  </a:cubicBezTo>
                  <a:cubicBezTo>
                    <a:pt x="3578" y="87"/>
                    <a:pt x="3591" y="123"/>
                    <a:pt x="3589" y="161"/>
                  </a:cubicBezTo>
                  <a:cubicBezTo>
                    <a:pt x="3585" y="236"/>
                    <a:pt x="3523" y="295"/>
                    <a:pt x="3448" y="295"/>
                  </a:cubicBezTo>
                  <a:close/>
                  <a:moveTo>
                    <a:pt x="2049" y="336"/>
                  </a:moveTo>
                  <a:cubicBezTo>
                    <a:pt x="1977" y="336"/>
                    <a:pt x="1917" y="282"/>
                    <a:pt x="1909" y="210"/>
                  </a:cubicBezTo>
                  <a:cubicBezTo>
                    <a:pt x="1905" y="172"/>
                    <a:pt x="1915" y="135"/>
                    <a:pt x="1939" y="106"/>
                  </a:cubicBezTo>
                  <a:cubicBezTo>
                    <a:pt x="1963" y="76"/>
                    <a:pt x="1996" y="58"/>
                    <a:pt x="2034" y="54"/>
                  </a:cubicBezTo>
                  <a:cubicBezTo>
                    <a:pt x="2066" y="50"/>
                    <a:pt x="2099" y="47"/>
                    <a:pt x="2135" y="43"/>
                  </a:cubicBezTo>
                  <a:lnTo>
                    <a:pt x="2135" y="43"/>
                  </a:lnTo>
                  <a:cubicBezTo>
                    <a:pt x="2136" y="43"/>
                    <a:pt x="2137" y="43"/>
                    <a:pt x="2139" y="43"/>
                  </a:cubicBezTo>
                  <a:cubicBezTo>
                    <a:pt x="2171" y="40"/>
                    <a:pt x="2204" y="37"/>
                    <a:pt x="2236" y="34"/>
                  </a:cubicBezTo>
                  <a:lnTo>
                    <a:pt x="2237" y="34"/>
                  </a:lnTo>
                  <a:cubicBezTo>
                    <a:pt x="2276" y="30"/>
                    <a:pt x="2315" y="44"/>
                    <a:pt x="2344" y="70"/>
                  </a:cubicBezTo>
                  <a:cubicBezTo>
                    <a:pt x="2370" y="94"/>
                    <a:pt x="2387" y="127"/>
                    <a:pt x="2390" y="163"/>
                  </a:cubicBezTo>
                  <a:cubicBezTo>
                    <a:pt x="2397" y="240"/>
                    <a:pt x="2339" y="309"/>
                    <a:pt x="2261" y="316"/>
                  </a:cubicBezTo>
                  <a:cubicBezTo>
                    <a:pt x="2227" y="319"/>
                    <a:pt x="2196" y="322"/>
                    <a:pt x="2166" y="325"/>
                  </a:cubicBezTo>
                  <a:cubicBezTo>
                    <a:pt x="2165" y="325"/>
                    <a:pt x="2164" y="325"/>
                    <a:pt x="2163" y="325"/>
                  </a:cubicBezTo>
                  <a:cubicBezTo>
                    <a:pt x="2132" y="328"/>
                    <a:pt x="2100" y="331"/>
                    <a:pt x="2065" y="335"/>
                  </a:cubicBezTo>
                  <a:cubicBezTo>
                    <a:pt x="2060" y="336"/>
                    <a:pt x="2054" y="336"/>
                    <a:pt x="2049" y="336"/>
                  </a:cubicBezTo>
                  <a:close/>
                  <a:moveTo>
                    <a:pt x="1406" y="429"/>
                  </a:moveTo>
                  <a:cubicBezTo>
                    <a:pt x="1337" y="429"/>
                    <a:pt x="1279" y="380"/>
                    <a:pt x="1267" y="312"/>
                  </a:cubicBezTo>
                  <a:cubicBezTo>
                    <a:pt x="1260" y="275"/>
                    <a:pt x="1268" y="237"/>
                    <a:pt x="1290" y="206"/>
                  </a:cubicBezTo>
                  <a:cubicBezTo>
                    <a:pt x="1312" y="175"/>
                    <a:pt x="1344" y="154"/>
                    <a:pt x="1381" y="148"/>
                  </a:cubicBezTo>
                  <a:cubicBezTo>
                    <a:pt x="1415" y="141"/>
                    <a:pt x="1449" y="136"/>
                    <a:pt x="1481" y="130"/>
                  </a:cubicBezTo>
                  <a:cubicBezTo>
                    <a:pt x="1514" y="125"/>
                    <a:pt x="1548" y="119"/>
                    <a:pt x="1581" y="114"/>
                  </a:cubicBezTo>
                  <a:cubicBezTo>
                    <a:pt x="1622" y="108"/>
                    <a:pt x="1664" y="119"/>
                    <a:pt x="1695" y="146"/>
                  </a:cubicBezTo>
                  <a:cubicBezTo>
                    <a:pt x="1721" y="168"/>
                    <a:pt x="1738" y="198"/>
                    <a:pt x="1743" y="232"/>
                  </a:cubicBezTo>
                  <a:cubicBezTo>
                    <a:pt x="1756" y="309"/>
                    <a:pt x="1702" y="382"/>
                    <a:pt x="1626" y="394"/>
                  </a:cubicBezTo>
                  <a:cubicBezTo>
                    <a:pt x="1593" y="399"/>
                    <a:pt x="1560" y="404"/>
                    <a:pt x="1528" y="410"/>
                  </a:cubicBezTo>
                  <a:cubicBezTo>
                    <a:pt x="1498" y="415"/>
                    <a:pt x="1467" y="420"/>
                    <a:pt x="1431" y="426"/>
                  </a:cubicBezTo>
                  <a:cubicBezTo>
                    <a:pt x="1423" y="428"/>
                    <a:pt x="1415" y="429"/>
                    <a:pt x="1406" y="429"/>
                  </a:cubicBezTo>
                  <a:close/>
                  <a:moveTo>
                    <a:pt x="770" y="565"/>
                  </a:moveTo>
                  <a:cubicBezTo>
                    <a:pt x="705" y="565"/>
                    <a:pt x="649" y="521"/>
                    <a:pt x="633" y="458"/>
                  </a:cubicBezTo>
                  <a:cubicBezTo>
                    <a:pt x="614" y="382"/>
                    <a:pt x="660" y="305"/>
                    <a:pt x="736" y="286"/>
                  </a:cubicBezTo>
                  <a:cubicBezTo>
                    <a:pt x="766" y="278"/>
                    <a:pt x="798" y="270"/>
                    <a:pt x="835" y="262"/>
                  </a:cubicBezTo>
                  <a:cubicBezTo>
                    <a:pt x="867" y="254"/>
                    <a:pt x="900" y="246"/>
                    <a:pt x="933" y="239"/>
                  </a:cubicBezTo>
                  <a:cubicBezTo>
                    <a:pt x="975" y="229"/>
                    <a:pt x="1019" y="239"/>
                    <a:pt x="1052" y="265"/>
                  </a:cubicBezTo>
                  <a:cubicBezTo>
                    <a:pt x="1078" y="285"/>
                    <a:pt x="1096" y="314"/>
                    <a:pt x="1103" y="345"/>
                  </a:cubicBezTo>
                  <a:cubicBezTo>
                    <a:pt x="1120" y="421"/>
                    <a:pt x="1072" y="497"/>
                    <a:pt x="996" y="515"/>
                  </a:cubicBezTo>
                  <a:cubicBezTo>
                    <a:pt x="965" y="522"/>
                    <a:pt x="933" y="529"/>
                    <a:pt x="900" y="537"/>
                  </a:cubicBezTo>
                  <a:cubicBezTo>
                    <a:pt x="870" y="545"/>
                    <a:pt x="837" y="552"/>
                    <a:pt x="805" y="561"/>
                  </a:cubicBezTo>
                  <a:cubicBezTo>
                    <a:pt x="793" y="563"/>
                    <a:pt x="781" y="565"/>
                    <a:pt x="770" y="565"/>
                  </a:cubicBezTo>
                  <a:close/>
                  <a:moveTo>
                    <a:pt x="146" y="747"/>
                  </a:moveTo>
                  <a:cubicBezTo>
                    <a:pt x="86" y="747"/>
                    <a:pt x="32" y="709"/>
                    <a:pt x="12" y="652"/>
                  </a:cubicBezTo>
                  <a:cubicBezTo>
                    <a:pt x="0" y="616"/>
                    <a:pt x="2" y="578"/>
                    <a:pt x="19" y="544"/>
                  </a:cubicBezTo>
                  <a:cubicBezTo>
                    <a:pt x="35" y="510"/>
                    <a:pt x="64" y="484"/>
                    <a:pt x="100" y="472"/>
                  </a:cubicBezTo>
                  <a:cubicBezTo>
                    <a:pt x="130" y="461"/>
                    <a:pt x="163" y="450"/>
                    <a:pt x="197" y="439"/>
                  </a:cubicBezTo>
                  <a:cubicBezTo>
                    <a:pt x="229" y="429"/>
                    <a:pt x="262" y="419"/>
                    <a:pt x="295" y="408"/>
                  </a:cubicBezTo>
                  <a:lnTo>
                    <a:pt x="295" y="408"/>
                  </a:lnTo>
                  <a:cubicBezTo>
                    <a:pt x="308" y="404"/>
                    <a:pt x="322" y="402"/>
                    <a:pt x="336" y="402"/>
                  </a:cubicBezTo>
                  <a:cubicBezTo>
                    <a:pt x="399" y="402"/>
                    <a:pt x="453" y="442"/>
                    <a:pt x="472" y="502"/>
                  </a:cubicBezTo>
                  <a:cubicBezTo>
                    <a:pt x="495" y="577"/>
                    <a:pt x="453" y="656"/>
                    <a:pt x="378" y="679"/>
                  </a:cubicBezTo>
                  <a:cubicBezTo>
                    <a:pt x="348" y="688"/>
                    <a:pt x="317" y="698"/>
                    <a:pt x="285" y="709"/>
                  </a:cubicBezTo>
                  <a:cubicBezTo>
                    <a:pt x="254" y="719"/>
                    <a:pt x="224" y="729"/>
                    <a:pt x="192" y="740"/>
                  </a:cubicBezTo>
                  <a:cubicBezTo>
                    <a:pt x="177" y="745"/>
                    <a:pt x="161" y="747"/>
                    <a:pt x="146" y="747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27"/>
            <p:cNvSpPr/>
            <p:nvPr/>
          </p:nvSpPr>
          <p:spPr>
            <a:xfrm>
              <a:off x="8413751" y="4538663"/>
              <a:ext cx="160338" cy="42863"/>
            </a:xfrm>
            <a:custGeom>
              <a:rect b="b" l="l" r="r" t="t"/>
              <a:pathLst>
                <a:path extrusionOk="0" h="588" w="2264">
                  <a:moveTo>
                    <a:pt x="159" y="588"/>
                  </a:moveTo>
                  <a:cubicBezTo>
                    <a:pt x="100" y="588"/>
                    <a:pt x="44" y="551"/>
                    <a:pt x="25" y="492"/>
                  </a:cubicBezTo>
                  <a:cubicBezTo>
                    <a:pt x="0" y="418"/>
                    <a:pt x="40" y="337"/>
                    <a:pt x="114" y="312"/>
                  </a:cubicBezTo>
                  <a:cubicBezTo>
                    <a:pt x="1043" y="0"/>
                    <a:pt x="2082" y="57"/>
                    <a:pt x="2126" y="59"/>
                  </a:cubicBezTo>
                  <a:cubicBezTo>
                    <a:pt x="2204" y="64"/>
                    <a:pt x="2264" y="131"/>
                    <a:pt x="2259" y="209"/>
                  </a:cubicBezTo>
                  <a:cubicBezTo>
                    <a:pt x="2254" y="287"/>
                    <a:pt x="2187" y="346"/>
                    <a:pt x="2109" y="342"/>
                  </a:cubicBezTo>
                  <a:lnTo>
                    <a:pt x="2109" y="342"/>
                  </a:lnTo>
                  <a:cubicBezTo>
                    <a:pt x="2099" y="342"/>
                    <a:pt x="1080" y="286"/>
                    <a:pt x="204" y="581"/>
                  </a:cubicBezTo>
                  <a:cubicBezTo>
                    <a:pt x="189" y="586"/>
                    <a:pt x="174" y="588"/>
                    <a:pt x="159" y="58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27"/>
            <p:cNvSpPr/>
            <p:nvPr/>
          </p:nvSpPr>
          <p:spPr>
            <a:xfrm>
              <a:off x="8470901" y="4595813"/>
              <a:ext cx="96838" cy="28575"/>
            </a:xfrm>
            <a:custGeom>
              <a:rect b="b" l="l" r="r" t="t"/>
              <a:pathLst>
                <a:path extrusionOk="0" h="420" w="1367">
                  <a:moveTo>
                    <a:pt x="155" y="420"/>
                  </a:moveTo>
                  <a:cubicBezTo>
                    <a:pt x="90" y="420"/>
                    <a:pt x="31" y="375"/>
                    <a:pt x="17" y="309"/>
                  </a:cubicBezTo>
                  <a:cubicBezTo>
                    <a:pt x="0" y="232"/>
                    <a:pt x="48" y="157"/>
                    <a:pt x="124" y="140"/>
                  </a:cubicBezTo>
                  <a:cubicBezTo>
                    <a:pt x="453" y="66"/>
                    <a:pt x="821" y="20"/>
                    <a:pt x="1216" y="3"/>
                  </a:cubicBezTo>
                  <a:cubicBezTo>
                    <a:pt x="1295" y="0"/>
                    <a:pt x="1361" y="60"/>
                    <a:pt x="1364" y="139"/>
                  </a:cubicBezTo>
                  <a:cubicBezTo>
                    <a:pt x="1367" y="217"/>
                    <a:pt x="1307" y="283"/>
                    <a:pt x="1229" y="286"/>
                  </a:cubicBezTo>
                  <a:cubicBezTo>
                    <a:pt x="849" y="303"/>
                    <a:pt x="499" y="346"/>
                    <a:pt x="186" y="416"/>
                  </a:cubicBezTo>
                  <a:cubicBezTo>
                    <a:pt x="176" y="419"/>
                    <a:pt x="165" y="420"/>
                    <a:pt x="155" y="4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27"/>
            <p:cNvSpPr/>
            <p:nvPr/>
          </p:nvSpPr>
          <p:spPr>
            <a:xfrm>
              <a:off x="8286751" y="4349750"/>
              <a:ext cx="20638" cy="195263"/>
            </a:xfrm>
            <a:custGeom>
              <a:rect b="b" l="l" r="r" t="t"/>
              <a:pathLst>
                <a:path extrusionOk="0" h="2750" w="283">
                  <a:moveTo>
                    <a:pt x="142" y="2750"/>
                  </a:moveTo>
                  <a:cubicBezTo>
                    <a:pt x="63" y="2750"/>
                    <a:pt x="0" y="2687"/>
                    <a:pt x="0" y="2608"/>
                  </a:cubicBezTo>
                  <a:lnTo>
                    <a:pt x="0" y="142"/>
                  </a:lnTo>
                  <a:cubicBezTo>
                    <a:pt x="0" y="64"/>
                    <a:pt x="63" y="0"/>
                    <a:pt x="142" y="0"/>
                  </a:cubicBezTo>
                  <a:cubicBezTo>
                    <a:pt x="220" y="0"/>
                    <a:pt x="283" y="64"/>
                    <a:pt x="283" y="142"/>
                  </a:cubicBezTo>
                  <a:lnTo>
                    <a:pt x="283" y="2608"/>
                  </a:lnTo>
                  <a:cubicBezTo>
                    <a:pt x="283" y="2687"/>
                    <a:pt x="220" y="2750"/>
                    <a:pt x="142" y="275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27"/>
            <p:cNvSpPr/>
            <p:nvPr/>
          </p:nvSpPr>
          <p:spPr>
            <a:xfrm>
              <a:off x="8081963" y="4343400"/>
              <a:ext cx="82550" cy="114300"/>
            </a:xfrm>
            <a:custGeom>
              <a:rect b="b" l="l" r="r" t="t"/>
              <a:pathLst>
                <a:path extrusionOk="0" h="1613" w="1182">
                  <a:moveTo>
                    <a:pt x="585" y="462"/>
                  </a:moveTo>
                  <a:cubicBezTo>
                    <a:pt x="528" y="581"/>
                    <a:pt x="454" y="727"/>
                    <a:pt x="373" y="869"/>
                  </a:cubicBezTo>
                  <a:cubicBezTo>
                    <a:pt x="305" y="987"/>
                    <a:pt x="296" y="1117"/>
                    <a:pt x="348" y="1208"/>
                  </a:cubicBezTo>
                  <a:cubicBezTo>
                    <a:pt x="406" y="1309"/>
                    <a:pt x="525" y="1330"/>
                    <a:pt x="615" y="1330"/>
                  </a:cubicBezTo>
                  <a:lnTo>
                    <a:pt x="615" y="1471"/>
                  </a:lnTo>
                  <a:lnTo>
                    <a:pt x="615" y="1330"/>
                  </a:lnTo>
                  <a:cubicBezTo>
                    <a:pt x="718" y="1330"/>
                    <a:pt x="791" y="1292"/>
                    <a:pt x="832" y="1219"/>
                  </a:cubicBezTo>
                  <a:cubicBezTo>
                    <a:pt x="886" y="1124"/>
                    <a:pt x="882" y="979"/>
                    <a:pt x="824" y="881"/>
                  </a:cubicBezTo>
                  <a:cubicBezTo>
                    <a:pt x="747" y="751"/>
                    <a:pt x="657" y="592"/>
                    <a:pt x="585" y="462"/>
                  </a:cubicBezTo>
                  <a:close/>
                  <a:moveTo>
                    <a:pt x="615" y="1613"/>
                  </a:moveTo>
                  <a:lnTo>
                    <a:pt x="615" y="1613"/>
                  </a:lnTo>
                  <a:cubicBezTo>
                    <a:pt x="383" y="1613"/>
                    <a:pt x="201" y="1519"/>
                    <a:pt x="103" y="1350"/>
                  </a:cubicBezTo>
                  <a:cubicBezTo>
                    <a:pt x="0" y="1172"/>
                    <a:pt x="9" y="934"/>
                    <a:pt x="127" y="728"/>
                  </a:cubicBezTo>
                  <a:cubicBezTo>
                    <a:pt x="299" y="428"/>
                    <a:pt x="442" y="93"/>
                    <a:pt x="444" y="89"/>
                  </a:cubicBezTo>
                  <a:cubicBezTo>
                    <a:pt x="465" y="39"/>
                    <a:pt x="513" y="6"/>
                    <a:pt x="568" y="3"/>
                  </a:cubicBezTo>
                  <a:cubicBezTo>
                    <a:pt x="622" y="0"/>
                    <a:pt x="673" y="30"/>
                    <a:pt x="699" y="78"/>
                  </a:cubicBezTo>
                  <a:cubicBezTo>
                    <a:pt x="702" y="82"/>
                    <a:pt x="913" y="477"/>
                    <a:pt x="1067" y="735"/>
                  </a:cubicBezTo>
                  <a:cubicBezTo>
                    <a:pt x="1177" y="920"/>
                    <a:pt x="1182" y="1176"/>
                    <a:pt x="1078" y="1359"/>
                  </a:cubicBezTo>
                  <a:cubicBezTo>
                    <a:pt x="985" y="1523"/>
                    <a:pt x="821" y="1613"/>
                    <a:pt x="615" y="16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27"/>
            <p:cNvSpPr/>
            <p:nvPr/>
          </p:nvSpPr>
          <p:spPr>
            <a:xfrm>
              <a:off x="8450263" y="4343400"/>
              <a:ext cx="84138" cy="114300"/>
            </a:xfrm>
            <a:custGeom>
              <a:rect b="b" l="l" r="r" t="t"/>
              <a:pathLst>
                <a:path extrusionOk="0" h="1613" w="1183">
                  <a:moveTo>
                    <a:pt x="586" y="462"/>
                  </a:moveTo>
                  <a:cubicBezTo>
                    <a:pt x="529" y="581"/>
                    <a:pt x="455" y="727"/>
                    <a:pt x="374" y="869"/>
                  </a:cubicBezTo>
                  <a:cubicBezTo>
                    <a:pt x="306" y="987"/>
                    <a:pt x="296" y="1117"/>
                    <a:pt x="349" y="1208"/>
                  </a:cubicBezTo>
                  <a:cubicBezTo>
                    <a:pt x="407" y="1309"/>
                    <a:pt x="526" y="1330"/>
                    <a:pt x="615" y="1330"/>
                  </a:cubicBezTo>
                  <a:lnTo>
                    <a:pt x="615" y="1471"/>
                  </a:lnTo>
                  <a:lnTo>
                    <a:pt x="616" y="1330"/>
                  </a:lnTo>
                  <a:cubicBezTo>
                    <a:pt x="718" y="1330"/>
                    <a:pt x="791" y="1292"/>
                    <a:pt x="833" y="1219"/>
                  </a:cubicBezTo>
                  <a:cubicBezTo>
                    <a:pt x="887" y="1124"/>
                    <a:pt x="883" y="979"/>
                    <a:pt x="824" y="881"/>
                  </a:cubicBezTo>
                  <a:cubicBezTo>
                    <a:pt x="747" y="751"/>
                    <a:pt x="658" y="592"/>
                    <a:pt x="586" y="462"/>
                  </a:cubicBezTo>
                  <a:close/>
                  <a:moveTo>
                    <a:pt x="616" y="1613"/>
                  </a:moveTo>
                  <a:lnTo>
                    <a:pt x="615" y="1613"/>
                  </a:lnTo>
                  <a:cubicBezTo>
                    <a:pt x="383" y="1613"/>
                    <a:pt x="202" y="1519"/>
                    <a:pt x="104" y="1350"/>
                  </a:cubicBezTo>
                  <a:cubicBezTo>
                    <a:pt x="0" y="1172"/>
                    <a:pt x="10" y="934"/>
                    <a:pt x="128" y="728"/>
                  </a:cubicBezTo>
                  <a:cubicBezTo>
                    <a:pt x="300" y="428"/>
                    <a:pt x="443" y="93"/>
                    <a:pt x="445" y="89"/>
                  </a:cubicBezTo>
                  <a:cubicBezTo>
                    <a:pt x="466" y="39"/>
                    <a:pt x="514" y="6"/>
                    <a:pt x="568" y="3"/>
                  </a:cubicBezTo>
                  <a:cubicBezTo>
                    <a:pt x="623" y="0"/>
                    <a:pt x="674" y="30"/>
                    <a:pt x="700" y="78"/>
                  </a:cubicBezTo>
                  <a:cubicBezTo>
                    <a:pt x="702" y="82"/>
                    <a:pt x="914" y="477"/>
                    <a:pt x="1068" y="735"/>
                  </a:cubicBezTo>
                  <a:cubicBezTo>
                    <a:pt x="1178" y="920"/>
                    <a:pt x="1183" y="1176"/>
                    <a:pt x="1079" y="1359"/>
                  </a:cubicBezTo>
                  <a:cubicBezTo>
                    <a:pt x="986" y="1523"/>
                    <a:pt x="821" y="1613"/>
                    <a:pt x="616" y="1613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27"/>
            <p:cNvSpPr/>
            <p:nvPr/>
          </p:nvSpPr>
          <p:spPr>
            <a:xfrm>
              <a:off x="8286751" y="4224338"/>
              <a:ext cx="271463" cy="153988"/>
            </a:xfrm>
            <a:custGeom>
              <a:rect b="b" l="l" r="r" t="t"/>
              <a:pathLst>
                <a:path extrusionOk="0" h="2163" w="3859">
                  <a:moveTo>
                    <a:pt x="2648" y="307"/>
                  </a:moveTo>
                  <a:cubicBezTo>
                    <a:pt x="2640" y="307"/>
                    <a:pt x="2632" y="306"/>
                    <a:pt x="2623" y="305"/>
                  </a:cubicBezTo>
                  <a:cubicBezTo>
                    <a:pt x="2594" y="300"/>
                    <a:pt x="2562" y="295"/>
                    <a:pt x="2532" y="291"/>
                  </a:cubicBezTo>
                  <a:cubicBezTo>
                    <a:pt x="2502" y="288"/>
                    <a:pt x="2471" y="285"/>
                    <a:pt x="2440" y="283"/>
                  </a:cubicBezTo>
                  <a:cubicBezTo>
                    <a:pt x="2362" y="278"/>
                    <a:pt x="2303" y="210"/>
                    <a:pt x="2308" y="133"/>
                  </a:cubicBezTo>
                  <a:cubicBezTo>
                    <a:pt x="2313" y="58"/>
                    <a:pt x="2375" y="0"/>
                    <a:pt x="2449" y="0"/>
                  </a:cubicBezTo>
                  <a:cubicBezTo>
                    <a:pt x="2452" y="0"/>
                    <a:pt x="2455" y="0"/>
                    <a:pt x="2458" y="0"/>
                  </a:cubicBezTo>
                  <a:cubicBezTo>
                    <a:pt x="2494" y="2"/>
                    <a:pt x="2530" y="6"/>
                    <a:pt x="2566" y="10"/>
                  </a:cubicBezTo>
                  <a:cubicBezTo>
                    <a:pt x="2602" y="14"/>
                    <a:pt x="2637" y="20"/>
                    <a:pt x="2672" y="26"/>
                  </a:cubicBezTo>
                  <a:cubicBezTo>
                    <a:pt x="2749" y="39"/>
                    <a:pt x="2801" y="113"/>
                    <a:pt x="2787" y="189"/>
                  </a:cubicBezTo>
                  <a:cubicBezTo>
                    <a:pt x="2775" y="258"/>
                    <a:pt x="2717" y="307"/>
                    <a:pt x="2648" y="307"/>
                  </a:cubicBezTo>
                  <a:close/>
                  <a:moveTo>
                    <a:pt x="1806" y="352"/>
                  </a:moveTo>
                  <a:cubicBezTo>
                    <a:pt x="1742" y="352"/>
                    <a:pt x="1686" y="309"/>
                    <a:pt x="1669" y="248"/>
                  </a:cubicBezTo>
                  <a:cubicBezTo>
                    <a:pt x="1648" y="173"/>
                    <a:pt x="1692" y="95"/>
                    <a:pt x="1768" y="74"/>
                  </a:cubicBezTo>
                  <a:cubicBezTo>
                    <a:pt x="1803" y="64"/>
                    <a:pt x="1838" y="56"/>
                    <a:pt x="1871" y="48"/>
                  </a:cubicBezTo>
                  <a:lnTo>
                    <a:pt x="1871" y="48"/>
                  </a:lnTo>
                  <a:lnTo>
                    <a:pt x="1875" y="47"/>
                  </a:lnTo>
                  <a:cubicBezTo>
                    <a:pt x="1909" y="40"/>
                    <a:pt x="1943" y="33"/>
                    <a:pt x="1977" y="27"/>
                  </a:cubicBezTo>
                  <a:cubicBezTo>
                    <a:pt x="1985" y="26"/>
                    <a:pt x="1993" y="25"/>
                    <a:pt x="2001" y="25"/>
                  </a:cubicBezTo>
                  <a:cubicBezTo>
                    <a:pt x="2070" y="25"/>
                    <a:pt x="2128" y="74"/>
                    <a:pt x="2140" y="142"/>
                  </a:cubicBezTo>
                  <a:cubicBezTo>
                    <a:pt x="2147" y="180"/>
                    <a:pt x="2138" y="217"/>
                    <a:pt x="2117" y="248"/>
                  </a:cubicBezTo>
                  <a:cubicBezTo>
                    <a:pt x="2095" y="279"/>
                    <a:pt x="2062" y="300"/>
                    <a:pt x="2025" y="306"/>
                  </a:cubicBezTo>
                  <a:cubicBezTo>
                    <a:pt x="1995" y="311"/>
                    <a:pt x="1964" y="318"/>
                    <a:pt x="1934" y="324"/>
                  </a:cubicBezTo>
                  <a:cubicBezTo>
                    <a:pt x="1934" y="324"/>
                    <a:pt x="1933" y="325"/>
                    <a:pt x="1933" y="325"/>
                  </a:cubicBezTo>
                  <a:cubicBezTo>
                    <a:pt x="1903" y="331"/>
                    <a:pt x="1873" y="339"/>
                    <a:pt x="1843" y="347"/>
                  </a:cubicBezTo>
                  <a:cubicBezTo>
                    <a:pt x="1831" y="351"/>
                    <a:pt x="1818" y="352"/>
                    <a:pt x="1806" y="352"/>
                  </a:cubicBezTo>
                  <a:close/>
                  <a:moveTo>
                    <a:pt x="3257" y="525"/>
                  </a:moveTo>
                  <a:cubicBezTo>
                    <a:pt x="3233" y="525"/>
                    <a:pt x="3209" y="519"/>
                    <a:pt x="3188" y="507"/>
                  </a:cubicBezTo>
                  <a:cubicBezTo>
                    <a:pt x="3161" y="492"/>
                    <a:pt x="3133" y="478"/>
                    <a:pt x="3105" y="464"/>
                  </a:cubicBezTo>
                  <a:lnTo>
                    <a:pt x="3103" y="463"/>
                  </a:lnTo>
                  <a:cubicBezTo>
                    <a:pt x="3076" y="449"/>
                    <a:pt x="3049" y="437"/>
                    <a:pt x="3021" y="425"/>
                  </a:cubicBezTo>
                  <a:cubicBezTo>
                    <a:pt x="2986" y="410"/>
                    <a:pt x="2960" y="382"/>
                    <a:pt x="2946" y="347"/>
                  </a:cubicBezTo>
                  <a:cubicBezTo>
                    <a:pt x="2932" y="312"/>
                    <a:pt x="2932" y="273"/>
                    <a:pt x="2948" y="238"/>
                  </a:cubicBezTo>
                  <a:cubicBezTo>
                    <a:pt x="2970" y="187"/>
                    <a:pt x="3021" y="153"/>
                    <a:pt x="3078" y="153"/>
                  </a:cubicBezTo>
                  <a:cubicBezTo>
                    <a:pt x="3097" y="153"/>
                    <a:pt x="3116" y="157"/>
                    <a:pt x="3134" y="165"/>
                  </a:cubicBezTo>
                  <a:cubicBezTo>
                    <a:pt x="3167" y="179"/>
                    <a:pt x="3199" y="194"/>
                    <a:pt x="3231" y="210"/>
                  </a:cubicBezTo>
                  <a:cubicBezTo>
                    <a:pt x="3262" y="226"/>
                    <a:pt x="3294" y="242"/>
                    <a:pt x="3325" y="260"/>
                  </a:cubicBezTo>
                  <a:cubicBezTo>
                    <a:pt x="3359" y="278"/>
                    <a:pt x="3383" y="308"/>
                    <a:pt x="3393" y="344"/>
                  </a:cubicBezTo>
                  <a:cubicBezTo>
                    <a:pt x="3403" y="381"/>
                    <a:pt x="3399" y="419"/>
                    <a:pt x="3381" y="452"/>
                  </a:cubicBezTo>
                  <a:cubicBezTo>
                    <a:pt x="3356" y="497"/>
                    <a:pt x="3308" y="525"/>
                    <a:pt x="3257" y="525"/>
                  </a:cubicBezTo>
                  <a:close/>
                  <a:moveTo>
                    <a:pt x="1213" y="614"/>
                  </a:moveTo>
                  <a:cubicBezTo>
                    <a:pt x="1163" y="614"/>
                    <a:pt x="1118" y="589"/>
                    <a:pt x="1092" y="547"/>
                  </a:cubicBezTo>
                  <a:cubicBezTo>
                    <a:pt x="1072" y="515"/>
                    <a:pt x="1066" y="477"/>
                    <a:pt x="1075" y="440"/>
                  </a:cubicBezTo>
                  <a:cubicBezTo>
                    <a:pt x="1084" y="403"/>
                    <a:pt x="1106" y="372"/>
                    <a:pt x="1138" y="352"/>
                  </a:cubicBezTo>
                  <a:cubicBezTo>
                    <a:pt x="1168" y="333"/>
                    <a:pt x="1199" y="315"/>
                    <a:pt x="1229" y="298"/>
                  </a:cubicBezTo>
                  <a:lnTo>
                    <a:pt x="1229" y="298"/>
                  </a:lnTo>
                  <a:cubicBezTo>
                    <a:pt x="1230" y="297"/>
                    <a:pt x="1231" y="297"/>
                    <a:pt x="1232" y="297"/>
                  </a:cubicBezTo>
                  <a:cubicBezTo>
                    <a:pt x="1262" y="280"/>
                    <a:pt x="1292" y="263"/>
                    <a:pt x="1323" y="248"/>
                  </a:cubicBezTo>
                  <a:cubicBezTo>
                    <a:pt x="1343" y="238"/>
                    <a:pt x="1365" y="232"/>
                    <a:pt x="1387" y="232"/>
                  </a:cubicBezTo>
                  <a:cubicBezTo>
                    <a:pt x="1441" y="232"/>
                    <a:pt x="1489" y="262"/>
                    <a:pt x="1513" y="310"/>
                  </a:cubicBezTo>
                  <a:cubicBezTo>
                    <a:pt x="1549" y="379"/>
                    <a:pt x="1521" y="465"/>
                    <a:pt x="1451" y="500"/>
                  </a:cubicBezTo>
                  <a:cubicBezTo>
                    <a:pt x="1424" y="515"/>
                    <a:pt x="1396" y="530"/>
                    <a:pt x="1369" y="545"/>
                  </a:cubicBezTo>
                  <a:cubicBezTo>
                    <a:pt x="1342" y="560"/>
                    <a:pt x="1314" y="576"/>
                    <a:pt x="1287" y="593"/>
                  </a:cubicBezTo>
                  <a:cubicBezTo>
                    <a:pt x="1265" y="607"/>
                    <a:pt x="1239" y="614"/>
                    <a:pt x="1213" y="614"/>
                  </a:cubicBezTo>
                  <a:close/>
                  <a:moveTo>
                    <a:pt x="3702" y="846"/>
                  </a:moveTo>
                  <a:cubicBezTo>
                    <a:pt x="3667" y="846"/>
                    <a:pt x="3633" y="833"/>
                    <a:pt x="3607" y="810"/>
                  </a:cubicBezTo>
                  <a:cubicBezTo>
                    <a:pt x="3583" y="789"/>
                    <a:pt x="3560" y="768"/>
                    <a:pt x="3535" y="748"/>
                  </a:cubicBezTo>
                  <a:cubicBezTo>
                    <a:pt x="3506" y="723"/>
                    <a:pt x="3488" y="689"/>
                    <a:pt x="3485" y="651"/>
                  </a:cubicBezTo>
                  <a:cubicBezTo>
                    <a:pt x="3482" y="614"/>
                    <a:pt x="3493" y="577"/>
                    <a:pt x="3517" y="548"/>
                  </a:cubicBezTo>
                  <a:cubicBezTo>
                    <a:pt x="3544" y="516"/>
                    <a:pt x="3585" y="497"/>
                    <a:pt x="3626" y="497"/>
                  </a:cubicBezTo>
                  <a:cubicBezTo>
                    <a:pt x="3659" y="497"/>
                    <a:pt x="3692" y="509"/>
                    <a:pt x="3717" y="530"/>
                  </a:cubicBezTo>
                  <a:cubicBezTo>
                    <a:pt x="3743" y="552"/>
                    <a:pt x="3770" y="575"/>
                    <a:pt x="3797" y="599"/>
                  </a:cubicBezTo>
                  <a:cubicBezTo>
                    <a:pt x="3855" y="651"/>
                    <a:pt x="3859" y="741"/>
                    <a:pt x="3807" y="799"/>
                  </a:cubicBezTo>
                  <a:cubicBezTo>
                    <a:pt x="3780" y="829"/>
                    <a:pt x="3742" y="846"/>
                    <a:pt x="3702" y="846"/>
                  </a:cubicBezTo>
                  <a:close/>
                  <a:moveTo>
                    <a:pt x="708" y="1022"/>
                  </a:moveTo>
                  <a:cubicBezTo>
                    <a:pt x="671" y="1022"/>
                    <a:pt x="637" y="1007"/>
                    <a:pt x="610" y="982"/>
                  </a:cubicBezTo>
                  <a:cubicBezTo>
                    <a:pt x="582" y="956"/>
                    <a:pt x="567" y="920"/>
                    <a:pt x="566" y="882"/>
                  </a:cubicBezTo>
                  <a:cubicBezTo>
                    <a:pt x="566" y="845"/>
                    <a:pt x="580" y="809"/>
                    <a:pt x="606" y="782"/>
                  </a:cubicBezTo>
                  <a:cubicBezTo>
                    <a:pt x="630" y="756"/>
                    <a:pt x="656" y="731"/>
                    <a:pt x="681" y="707"/>
                  </a:cubicBezTo>
                  <a:cubicBezTo>
                    <a:pt x="706" y="683"/>
                    <a:pt x="732" y="659"/>
                    <a:pt x="758" y="636"/>
                  </a:cubicBezTo>
                  <a:cubicBezTo>
                    <a:pt x="758" y="636"/>
                    <a:pt x="758" y="635"/>
                    <a:pt x="758" y="635"/>
                  </a:cubicBezTo>
                  <a:cubicBezTo>
                    <a:pt x="784" y="612"/>
                    <a:pt x="818" y="600"/>
                    <a:pt x="852" y="600"/>
                  </a:cubicBezTo>
                  <a:cubicBezTo>
                    <a:pt x="893" y="600"/>
                    <a:pt x="931" y="617"/>
                    <a:pt x="958" y="647"/>
                  </a:cubicBezTo>
                  <a:cubicBezTo>
                    <a:pt x="1010" y="705"/>
                    <a:pt x="1005" y="795"/>
                    <a:pt x="947" y="847"/>
                  </a:cubicBezTo>
                  <a:cubicBezTo>
                    <a:pt x="923" y="868"/>
                    <a:pt x="900" y="889"/>
                    <a:pt x="877" y="911"/>
                  </a:cubicBezTo>
                  <a:cubicBezTo>
                    <a:pt x="854" y="934"/>
                    <a:pt x="831" y="956"/>
                    <a:pt x="810" y="978"/>
                  </a:cubicBezTo>
                  <a:cubicBezTo>
                    <a:pt x="783" y="1006"/>
                    <a:pt x="747" y="1022"/>
                    <a:pt x="708" y="1022"/>
                  </a:cubicBezTo>
                  <a:close/>
                  <a:moveTo>
                    <a:pt x="325" y="1544"/>
                  </a:moveTo>
                  <a:cubicBezTo>
                    <a:pt x="302" y="1544"/>
                    <a:pt x="280" y="1539"/>
                    <a:pt x="259" y="1528"/>
                  </a:cubicBezTo>
                  <a:cubicBezTo>
                    <a:pt x="225" y="1510"/>
                    <a:pt x="201" y="1481"/>
                    <a:pt x="190" y="1445"/>
                  </a:cubicBezTo>
                  <a:cubicBezTo>
                    <a:pt x="179" y="1408"/>
                    <a:pt x="182" y="1370"/>
                    <a:pt x="200" y="1337"/>
                  </a:cubicBezTo>
                  <a:cubicBezTo>
                    <a:pt x="216" y="1306"/>
                    <a:pt x="234" y="1274"/>
                    <a:pt x="252" y="1243"/>
                  </a:cubicBezTo>
                  <a:cubicBezTo>
                    <a:pt x="270" y="1213"/>
                    <a:pt x="289" y="1183"/>
                    <a:pt x="309" y="1153"/>
                  </a:cubicBezTo>
                  <a:cubicBezTo>
                    <a:pt x="335" y="1113"/>
                    <a:pt x="379" y="1089"/>
                    <a:pt x="427" y="1089"/>
                  </a:cubicBezTo>
                  <a:cubicBezTo>
                    <a:pt x="454" y="1089"/>
                    <a:pt x="481" y="1097"/>
                    <a:pt x="505" y="1112"/>
                  </a:cubicBezTo>
                  <a:cubicBezTo>
                    <a:pt x="536" y="1133"/>
                    <a:pt x="558" y="1165"/>
                    <a:pt x="566" y="1202"/>
                  </a:cubicBezTo>
                  <a:cubicBezTo>
                    <a:pt x="574" y="1239"/>
                    <a:pt x="566" y="1277"/>
                    <a:pt x="545" y="1308"/>
                  </a:cubicBezTo>
                  <a:cubicBezTo>
                    <a:pt x="529" y="1334"/>
                    <a:pt x="512" y="1361"/>
                    <a:pt x="496" y="1388"/>
                  </a:cubicBezTo>
                  <a:cubicBezTo>
                    <a:pt x="480" y="1414"/>
                    <a:pt x="465" y="1442"/>
                    <a:pt x="450" y="1469"/>
                  </a:cubicBezTo>
                  <a:cubicBezTo>
                    <a:pt x="426" y="1515"/>
                    <a:pt x="378" y="1544"/>
                    <a:pt x="325" y="1544"/>
                  </a:cubicBezTo>
                  <a:close/>
                  <a:moveTo>
                    <a:pt x="144" y="2163"/>
                  </a:moveTo>
                  <a:lnTo>
                    <a:pt x="140" y="2163"/>
                  </a:lnTo>
                  <a:cubicBezTo>
                    <a:pt x="62" y="2160"/>
                    <a:pt x="0" y="2095"/>
                    <a:pt x="3" y="2017"/>
                  </a:cubicBezTo>
                  <a:cubicBezTo>
                    <a:pt x="4" y="1980"/>
                    <a:pt x="7" y="1942"/>
                    <a:pt x="12" y="1904"/>
                  </a:cubicBezTo>
                  <a:cubicBezTo>
                    <a:pt x="16" y="1868"/>
                    <a:pt x="22" y="1831"/>
                    <a:pt x="30" y="1794"/>
                  </a:cubicBezTo>
                  <a:cubicBezTo>
                    <a:pt x="43" y="1729"/>
                    <a:pt x="102" y="1681"/>
                    <a:pt x="168" y="1681"/>
                  </a:cubicBezTo>
                  <a:cubicBezTo>
                    <a:pt x="178" y="1681"/>
                    <a:pt x="188" y="1682"/>
                    <a:pt x="198" y="1685"/>
                  </a:cubicBezTo>
                  <a:cubicBezTo>
                    <a:pt x="235" y="1692"/>
                    <a:pt x="267" y="1714"/>
                    <a:pt x="287" y="1746"/>
                  </a:cubicBezTo>
                  <a:cubicBezTo>
                    <a:pt x="308" y="1777"/>
                    <a:pt x="315" y="1815"/>
                    <a:pt x="307" y="1852"/>
                  </a:cubicBezTo>
                  <a:cubicBezTo>
                    <a:pt x="301" y="1882"/>
                    <a:pt x="296" y="1911"/>
                    <a:pt x="293" y="1939"/>
                  </a:cubicBezTo>
                  <a:cubicBezTo>
                    <a:pt x="289" y="1969"/>
                    <a:pt x="286" y="1998"/>
                    <a:pt x="286" y="2026"/>
                  </a:cubicBezTo>
                  <a:cubicBezTo>
                    <a:pt x="284" y="2063"/>
                    <a:pt x="269" y="2097"/>
                    <a:pt x="243" y="2123"/>
                  </a:cubicBezTo>
                  <a:cubicBezTo>
                    <a:pt x="216" y="2149"/>
                    <a:pt x="181" y="2163"/>
                    <a:pt x="144" y="2163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27"/>
            <p:cNvSpPr/>
            <p:nvPr/>
          </p:nvSpPr>
          <p:spPr>
            <a:xfrm>
              <a:off x="8572501" y="4302125"/>
              <a:ext cx="36513" cy="46038"/>
            </a:xfrm>
            <a:custGeom>
              <a:rect b="b" l="l" r="r" t="t"/>
              <a:pathLst>
                <a:path extrusionOk="0" h="649" w="533">
                  <a:moveTo>
                    <a:pt x="28" y="244"/>
                  </a:moveTo>
                  <a:cubicBezTo>
                    <a:pt x="9" y="219"/>
                    <a:pt x="0" y="190"/>
                    <a:pt x="0" y="161"/>
                  </a:cubicBezTo>
                  <a:lnTo>
                    <a:pt x="0" y="161"/>
                  </a:lnTo>
                  <a:cubicBezTo>
                    <a:pt x="0" y="117"/>
                    <a:pt x="20" y="74"/>
                    <a:pt x="58" y="46"/>
                  </a:cubicBezTo>
                  <a:lnTo>
                    <a:pt x="58" y="46"/>
                  </a:lnTo>
                  <a:cubicBezTo>
                    <a:pt x="121" y="0"/>
                    <a:pt x="210" y="13"/>
                    <a:pt x="256" y="76"/>
                  </a:cubicBezTo>
                  <a:lnTo>
                    <a:pt x="256" y="76"/>
                  </a:lnTo>
                  <a:cubicBezTo>
                    <a:pt x="275" y="102"/>
                    <a:pt x="284" y="131"/>
                    <a:pt x="284" y="160"/>
                  </a:cubicBezTo>
                  <a:lnTo>
                    <a:pt x="284" y="160"/>
                  </a:lnTo>
                  <a:cubicBezTo>
                    <a:pt x="284" y="203"/>
                    <a:pt x="264" y="247"/>
                    <a:pt x="225" y="274"/>
                  </a:cubicBezTo>
                  <a:lnTo>
                    <a:pt x="225" y="274"/>
                  </a:lnTo>
                  <a:cubicBezTo>
                    <a:pt x="200" y="293"/>
                    <a:pt x="171" y="302"/>
                    <a:pt x="142" y="302"/>
                  </a:cubicBezTo>
                  <a:lnTo>
                    <a:pt x="142" y="302"/>
                  </a:lnTo>
                  <a:cubicBezTo>
                    <a:pt x="98" y="302"/>
                    <a:pt x="55" y="282"/>
                    <a:pt x="28" y="244"/>
                  </a:cubicBezTo>
                  <a:close/>
                  <a:moveTo>
                    <a:pt x="250" y="580"/>
                  </a:moveTo>
                  <a:cubicBezTo>
                    <a:pt x="210" y="513"/>
                    <a:pt x="232" y="426"/>
                    <a:pt x="299" y="386"/>
                  </a:cubicBezTo>
                  <a:lnTo>
                    <a:pt x="299" y="386"/>
                  </a:lnTo>
                  <a:cubicBezTo>
                    <a:pt x="366" y="346"/>
                    <a:pt x="453" y="368"/>
                    <a:pt x="493" y="435"/>
                  </a:cubicBezTo>
                  <a:lnTo>
                    <a:pt x="493" y="435"/>
                  </a:lnTo>
                  <a:cubicBezTo>
                    <a:pt x="533" y="502"/>
                    <a:pt x="511" y="589"/>
                    <a:pt x="445" y="629"/>
                  </a:cubicBezTo>
                  <a:lnTo>
                    <a:pt x="445" y="629"/>
                  </a:lnTo>
                  <a:cubicBezTo>
                    <a:pt x="422" y="643"/>
                    <a:pt x="396" y="649"/>
                    <a:pt x="372" y="649"/>
                  </a:cubicBezTo>
                  <a:lnTo>
                    <a:pt x="372" y="649"/>
                  </a:lnTo>
                  <a:cubicBezTo>
                    <a:pt x="323" y="649"/>
                    <a:pt x="277" y="625"/>
                    <a:pt x="250" y="58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27"/>
            <p:cNvSpPr/>
            <p:nvPr/>
          </p:nvSpPr>
          <p:spPr>
            <a:xfrm>
              <a:off x="8005763" y="4224338"/>
              <a:ext cx="301625" cy="155575"/>
            </a:xfrm>
            <a:custGeom>
              <a:rect b="b" l="l" r="r" t="t"/>
              <a:pathLst>
                <a:path extrusionOk="0" h="2198" w="4272">
                  <a:moveTo>
                    <a:pt x="1661" y="306"/>
                  </a:moveTo>
                  <a:cubicBezTo>
                    <a:pt x="1628" y="306"/>
                    <a:pt x="1595" y="294"/>
                    <a:pt x="1570" y="272"/>
                  </a:cubicBezTo>
                  <a:cubicBezTo>
                    <a:pt x="1544" y="250"/>
                    <a:pt x="1527" y="220"/>
                    <a:pt x="1522" y="186"/>
                  </a:cubicBezTo>
                  <a:cubicBezTo>
                    <a:pt x="1516" y="149"/>
                    <a:pt x="1525" y="111"/>
                    <a:pt x="1547" y="81"/>
                  </a:cubicBezTo>
                  <a:cubicBezTo>
                    <a:pt x="1569" y="50"/>
                    <a:pt x="1602" y="30"/>
                    <a:pt x="1640" y="24"/>
                  </a:cubicBezTo>
                  <a:cubicBezTo>
                    <a:pt x="1676" y="19"/>
                    <a:pt x="1712" y="14"/>
                    <a:pt x="1746" y="11"/>
                  </a:cubicBezTo>
                  <a:cubicBezTo>
                    <a:pt x="1748" y="11"/>
                    <a:pt x="1749" y="10"/>
                    <a:pt x="1750" y="10"/>
                  </a:cubicBezTo>
                  <a:cubicBezTo>
                    <a:pt x="1784" y="7"/>
                    <a:pt x="1819" y="5"/>
                    <a:pt x="1854" y="3"/>
                  </a:cubicBezTo>
                  <a:cubicBezTo>
                    <a:pt x="1932" y="0"/>
                    <a:pt x="1998" y="60"/>
                    <a:pt x="2002" y="138"/>
                  </a:cubicBezTo>
                  <a:cubicBezTo>
                    <a:pt x="2005" y="216"/>
                    <a:pt x="1945" y="283"/>
                    <a:pt x="1867" y="286"/>
                  </a:cubicBezTo>
                  <a:cubicBezTo>
                    <a:pt x="1836" y="287"/>
                    <a:pt x="1805" y="290"/>
                    <a:pt x="1774" y="293"/>
                  </a:cubicBezTo>
                  <a:cubicBezTo>
                    <a:pt x="1744" y="296"/>
                    <a:pt x="1714" y="300"/>
                    <a:pt x="1683" y="304"/>
                  </a:cubicBezTo>
                  <a:cubicBezTo>
                    <a:pt x="1676" y="305"/>
                    <a:pt x="1669" y="306"/>
                    <a:pt x="1661" y="306"/>
                  </a:cubicBezTo>
                  <a:close/>
                  <a:moveTo>
                    <a:pt x="2503" y="367"/>
                  </a:moveTo>
                  <a:lnTo>
                    <a:pt x="2503" y="367"/>
                  </a:lnTo>
                  <a:cubicBezTo>
                    <a:pt x="2489" y="367"/>
                    <a:pt x="2476" y="365"/>
                    <a:pt x="2462" y="361"/>
                  </a:cubicBezTo>
                  <a:cubicBezTo>
                    <a:pt x="2433" y="352"/>
                    <a:pt x="2403" y="344"/>
                    <a:pt x="2373" y="337"/>
                  </a:cubicBezTo>
                  <a:lnTo>
                    <a:pt x="2372" y="337"/>
                  </a:lnTo>
                  <a:cubicBezTo>
                    <a:pt x="2372" y="337"/>
                    <a:pt x="2371" y="336"/>
                    <a:pt x="2370" y="336"/>
                  </a:cubicBezTo>
                  <a:cubicBezTo>
                    <a:pt x="2340" y="329"/>
                    <a:pt x="2310" y="323"/>
                    <a:pt x="2281" y="317"/>
                  </a:cubicBezTo>
                  <a:cubicBezTo>
                    <a:pt x="2244" y="310"/>
                    <a:pt x="2212" y="289"/>
                    <a:pt x="2191" y="257"/>
                  </a:cubicBezTo>
                  <a:cubicBezTo>
                    <a:pt x="2169" y="226"/>
                    <a:pt x="2162" y="188"/>
                    <a:pt x="2169" y="151"/>
                  </a:cubicBezTo>
                  <a:cubicBezTo>
                    <a:pt x="2182" y="84"/>
                    <a:pt x="2240" y="36"/>
                    <a:pt x="2308" y="36"/>
                  </a:cubicBezTo>
                  <a:cubicBezTo>
                    <a:pt x="2317" y="36"/>
                    <a:pt x="2326" y="37"/>
                    <a:pt x="2335" y="39"/>
                  </a:cubicBezTo>
                  <a:cubicBezTo>
                    <a:pt x="2369" y="45"/>
                    <a:pt x="2404" y="53"/>
                    <a:pt x="2439" y="62"/>
                  </a:cubicBezTo>
                  <a:cubicBezTo>
                    <a:pt x="2440" y="62"/>
                    <a:pt x="2440" y="62"/>
                    <a:pt x="2441" y="62"/>
                  </a:cubicBezTo>
                  <a:lnTo>
                    <a:pt x="2441" y="62"/>
                  </a:lnTo>
                  <a:cubicBezTo>
                    <a:pt x="2475" y="70"/>
                    <a:pt x="2509" y="79"/>
                    <a:pt x="2543" y="89"/>
                  </a:cubicBezTo>
                  <a:cubicBezTo>
                    <a:pt x="2617" y="111"/>
                    <a:pt x="2660" y="190"/>
                    <a:pt x="2638" y="265"/>
                  </a:cubicBezTo>
                  <a:cubicBezTo>
                    <a:pt x="2621" y="325"/>
                    <a:pt x="2565" y="367"/>
                    <a:pt x="2503" y="367"/>
                  </a:cubicBezTo>
                  <a:close/>
                  <a:moveTo>
                    <a:pt x="1049" y="513"/>
                  </a:moveTo>
                  <a:lnTo>
                    <a:pt x="1049" y="513"/>
                  </a:lnTo>
                  <a:cubicBezTo>
                    <a:pt x="997" y="513"/>
                    <a:pt x="948" y="484"/>
                    <a:pt x="924" y="438"/>
                  </a:cubicBezTo>
                  <a:cubicBezTo>
                    <a:pt x="906" y="404"/>
                    <a:pt x="902" y="366"/>
                    <a:pt x="913" y="330"/>
                  </a:cubicBezTo>
                  <a:cubicBezTo>
                    <a:pt x="924" y="294"/>
                    <a:pt x="949" y="264"/>
                    <a:pt x="982" y="246"/>
                  </a:cubicBezTo>
                  <a:cubicBezTo>
                    <a:pt x="1013" y="230"/>
                    <a:pt x="1044" y="214"/>
                    <a:pt x="1074" y="200"/>
                  </a:cubicBezTo>
                  <a:lnTo>
                    <a:pt x="1077" y="198"/>
                  </a:lnTo>
                  <a:cubicBezTo>
                    <a:pt x="1110" y="183"/>
                    <a:pt x="1143" y="168"/>
                    <a:pt x="1175" y="155"/>
                  </a:cubicBezTo>
                  <a:cubicBezTo>
                    <a:pt x="1193" y="148"/>
                    <a:pt x="1211" y="144"/>
                    <a:pt x="1229" y="144"/>
                  </a:cubicBezTo>
                  <a:cubicBezTo>
                    <a:pt x="1287" y="144"/>
                    <a:pt x="1339" y="178"/>
                    <a:pt x="1361" y="232"/>
                  </a:cubicBezTo>
                  <a:cubicBezTo>
                    <a:pt x="1390" y="304"/>
                    <a:pt x="1356" y="387"/>
                    <a:pt x="1284" y="417"/>
                  </a:cubicBezTo>
                  <a:cubicBezTo>
                    <a:pt x="1255" y="428"/>
                    <a:pt x="1227" y="441"/>
                    <a:pt x="1199" y="454"/>
                  </a:cubicBezTo>
                  <a:lnTo>
                    <a:pt x="1199" y="454"/>
                  </a:lnTo>
                  <a:cubicBezTo>
                    <a:pt x="1198" y="455"/>
                    <a:pt x="1197" y="455"/>
                    <a:pt x="1196" y="456"/>
                  </a:cubicBezTo>
                  <a:cubicBezTo>
                    <a:pt x="1169" y="468"/>
                    <a:pt x="1142" y="482"/>
                    <a:pt x="1115" y="496"/>
                  </a:cubicBezTo>
                  <a:cubicBezTo>
                    <a:pt x="1095" y="507"/>
                    <a:pt x="1072" y="513"/>
                    <a:pt x="1049" y="513"/>
                  </a:cubicBezTo>
                  <a:close/>
                  <a:moveTo>
                    <a:pt x="3092" y="638"/>
                  </a:moveTo>
                  <a:cubicBezTo>
                    <a:pt x="3065" y="638"/>
                    <a:pt x="3038" y="630"/>
                    <a:pt x="3015" y="616"/>
                  </a:cubicBezTo>
                  <a:cubicBezTo>
                    <a:pt x="2988" y="598"/>
                    <a:pt x="2961" y="582"/>
                    <a:pt x="2935" y="566"/>
                  </a:cubicBezTo>
                  <a:cubicBezTo>
                    <a:pt x="2908" y="551"/>
                    <a:pt x="2880" y="535"/>
                    <a:pt x="2852" y="521"/>
                  </a:cubicBezTo>
                  <a:lnTo>
                    <a:pt x="2852" y="521"/>
                  </a:lnTo>
                  <a:cubicBezTo>
                    <a:pt x="2819" y="503"/>
                    <a:pt x="2794" y="473"/>
                    <a:pt x="2783" y="437"/>
                  </a:cubicBezTo>
                  <a:cubicBezTo>
                    <a:pt x="2772" y="401"/>
                    <a:pt x="2775" y="363"/>
                    <a:pt x="2793" y="329"/>
                  </a:cubicBezTo>
                  <a:cubicBezTo>
                    <a:pt x="2818" y="283"/>
                    <a:pt x="2866" y="254"/>
                    <a:pt x="2919" y="254"/>
                  </a:cubicBezTo>
                  <a:cubicBezTo>
                    <a:pt x="2941" y="254"/>
                    <a:pt x="2964" y="259"/>
                    <a:pt x="2984" y="270"/>
                  </a:cubicBezTo>
                  <a:cubicBezTo>
                    <a:pt x="3014" y="286"/>
                    <a:pt x="3046" y="303"/>
                    <a:pt x="3077" y="322"/>
                  </a:cubicBezTo>
                  <a:cubicBezTo>
                    <a:pt x="3078" y="322"/>
                    <a:pt x="3079" y="323"/>
                    <a:pt x="3080" y="323"/>
                  </a:cubicBezTo>
                  <a:cubicBezTo>
                    <a:pt x="3108" y="340"/>
                    <a:pt x="3138" y="358"/>
                    <a:pt x="3168" y="377"/>
                  </a:cubicBezTo>
                  <a:cubicBezTo>
                    <a:pt x="3200" y="397"/>
                    <a:pt x="3222" y="428"/>
                    <a:pt x="3230" y="465"/>
                  </a:cubicBezTo>
                  <a:cubicBezTo>
                    <a:pt x="3238" y="502"/>
                    <a:pt x="3232" y="540"/>
                    <a:pt x="3211" y="572"/>
                  </a:cubicBezTo>
                  <a:cubicBezTo>
                    <a:pt x="3185" y="613"/>
                    <a:pt x="3140" y="638"/>
                    <a:pt x="3092" y="638"/>
                  </a:cubicBezTo>
                  <a:close/>
                  <a:moveTo>
                    <a:pt x="526" y="894"/>
                  </a:moveTo>
                  <a:cubicBezTo>
                    <a:pt x="486" y="894"/>
                    <a:pt x="449" y="879"/>
                    <a:pt x="422" y="850"/>
                  </a:cubicBezTo>
                  <a:cubicBezTo>
                    <a:pt x="396" y="823"/>
                    <a:pt x="382" y="787"/>
                    <a:pt x="383" y="749"/>
                  </a:cubicBezTo>
                  <a:cubicBezTo>
                    <a:pt x="384" y="711"/>
                    <a:pt x="400" y="676"/>
                    <a:pt x="428" y="650"/>
                  </a:cubicBezTo>
                  <a:cubicBezTo>
                    <a:pt x="454" y="625"/>
                    <a:pt x="480" y="602"/>
                    <a:pt x="506" y="579"/>
                  </a:cubicBezTo>
                  <a:cubicBezTo>
                    <a:pt x="506" y="578"/>
                    <a:pt x="507" y="578"/>
                    <a:pt x="508" y="577"/>
                  </a:cubicBezTo>
                  <a:cubicBezTo>
                    <a:pt x="534" y="554"/>
                    <a:pt x="560" y="532"/>
                    <a:pt x="586" y="511"/>
                  </a:cubicBezTo>
                  <a:cubicBezTo>
                    <a:pt x="611" y="491"/>
                    <a:pt x="643" y="479"/>
                    <a:pt x="676" y="479"/>
                  </a:cubicBezTo>
                  <a:cubicBezTo>
                    <a:pt x="718" y="479"/>
                    <a:pt x="758" y="498"/>
                    <a:pt x="785" y="532"/>
                  </a:cubicBezTo>
                  <a:cubicBezTo>
                    <a:pt x="835" y="592"/>
                    <a:pt x="826" y="682"/>
                    <a:pt x="765" y="731"/>
                  </a:cubicBezTo>
                  <a:cubicBezTo>
                    <a:pt x="740" y="751"/>
                    <a:pt x="716" y="771"/>
                    <a:pt x="693" y="792"/>
                  </a:cubicBezTo>
                  <a:cubicBezTo>
                    <a:pt x="669" y="813"/>
                    <a:pt x="645" y="835"/>
                    <a:pt x="622" y="856"/>
                  </a:cubicBezTo>
                  <a:cubicBezTo>
                    <a:pt x="596" y="881"/>
                    <a:pt x="561" y="894"/>
                    <a:pt x="526" y="894"/>
                  </a:cubicBezTo>
                  <a:close/>
                  <a:moveTo>
                    <a:pt x="3591" y="1052"/>
                  </a:moveTo>
                  <a:lnTo>
                    <a:pt x="3591" y="1052"/>
                  </a:lnTo>
                  <a:cubicBezTo>
                    <a:pt x="3551" y="1052"/>
                    <a:pt x="3514" y="1036"/>
                    <a:pt x="3487" y="1007"/>
                  </a:cubicBezTo>
                  <a:cubicBezTo>
                    <a:pt x="3465" y="984"/>
                    <a:pt x="3444" y="962"/>
                    <a:pt x="3421" y="940"/>
                  </a:cubicBezTo>
                  <a:cubicBezTo>
                    <a:pt x="3399" y="917"/>
                    <a:pt x="3375" y="895"/>
                    <a:pt x="3352" y="874"/>
                  </a:cubicBezTo>
                  <a:cubicBezTo>
                    <a:pt x="3324" y="849"/>
                    <a:pt x="3308" y="814"/>
                    <a:pt x="3306" y="776"/>
                  </a:cubicBezTo>
                  <a:cubicBezTo>
                    <a:pt x="3305" y="738"/>
                    <a:pt x="3318" y="702"/>
                    <a:pt x="3344" y="674"/>
                  </a:cubicBezTo>
                  <a:cubicBezTo>
                    <a:pt x="3370" y="645"/>
                    <a:pt x="3409" y="628"/>
                    <a:pt x="3448" y="628"/>
                  </a:cubicBezTo>
                  <a:cubicBezTo>
                    <a:pt x="3483" y="628"/>
                    <a:pt x="3518" y="641"/>
                    <a:pt x="3544" y="665"/>
                  </a:cubicBezTo>
                  <a:cubicBezTo>
                    <a:pt x="3569" y="689"/>
                    <a:pt x="3595" y="713"/>
                    <a:pt x="3621" y="738"/>
                  </a:cubicBezTo>
                  <a:cubicBezTo>
                    <a:pt x="3644" y="762"/>
                    <a:pt x="3669" y="788"/>
                    <a:pt x="3694" y="814"/>
                  </a:cubicBezTo>
                  <a:cubicBezTo>
                    <a:pt x="3747" y="871"/>
                    <a:pt x="3744" y="961"/>
                    <a:pt x="3687" y="1014"/>
                  </a:cubicBezTo>
                  <a:cubicBezTo>
                    <a:pt x="3661" y="1039"/>
                    <a:pt x="3626" y="1052"/>
                    <a:pt x="3591" y="1052"/>
                  </a:cubicBezTo>
                  <a:close/>
                  <a:moveTo>
                    <a:pt x="160" y="1304"/>
                  </a:moveTo>
                  <a:lnTo>
                    <a:pt x="160" y="1304"/>
                  </a:lnTo>
                  <a:cubicBezTo>
                    <a:pt x="129" y="1304"/>
                    <a:pt x="99" y="1294"/>
                    <a:pt x="74" y="1276"/>
                  </a:cubicBezTo>
                  <a:cubicBezTo>
                    <a:pt x="12" y="1228"/>
                    <a:pt x="0" y="1139"/>
                    <a:pt x="47" y="1077"/>
                  </a:cubicBezTo>
                  <a:cubicBezTo>
                    <a:pt x="68" y="1050"/>
                    <a:pt x="89" y="1022"/>
                    <a:pt x="111" y="995"/>
                  </a:cubicBezTo>
                  <a:cubicBezTo>
                    <a:pt x="138" y="962"/>
                    <a:pt x="178" y="942"/>
                    <a:pt x="221" y="942"/>
                  </a:cubicBezTo>
                  <a:cubicBezTo>
                    <a:pt x="254" y="942"/>
                    <a:pt x="284" y="953"/>
                    <a:pt x="310" y="973"/>
                  </a:cubicBezTo>
                  <a:cubicBezTo>
                    <a:pt x="371" y="1022"/>
                    <a:pt x="380" y="1112"/>
                    <a:pt x="332" y="1173"/>
                  </a:cubicBezTo>
                  <a:cubicBezTo>
                    <a:pt x="312" y="1197"/>
                    <a:pt x="292" y="1222"/>
                    <a:pt x="273" y="1248"/>
                  </a:cubicBezTo>
                  <a:cubicBezTo>
                    <a:pt x="273" y="1248"/>
                    <a:pt x="273" y="1248"/>
                    <a:pt x="272" y="1249"/>
                  </a:cubicBezTo>
                  <a:cubicBezTo>
                    <a:pt x="245" y="1284"/>
                    <a:pt x="204" y="1304"/>
                    <a:pt x="160" y="1304"/>
                  </a:cubicBezTo>
                  <a:close/>
                  <a:moveTo>
                    <a:pt x="3965" y="1581"/>
                  </a:moveTo>
                  <a:cubicBezTo>
                    <a:pt x="3912" y="1581"/>
                    <a:pt x="3863" y="1551"/>
                    <a:pt x="3839" y="1503"/>
                  </a:cubicBezTo>
                  <a:cubicBezTo>
                    <a:pt x="3825" y="1475"/>
                    <a:pt x="3810" y="1448"/>
                    <a:pt x="3795" y="1421"/>
                  </a:cubicBezTo>
                  <a:lnTo>
                    <a:pt x="3795" y="1421"/>
                  </a:lnTo>
                  <a:cubicBezTo>
                    <a:pt x="3794" y="1421"/>
                    <a:pt x="3794" y="1420"/>
                    <a:pt x="3794" y="1419"/>
                  </a:cubicBezTo>
                  <a:cubicBezTo>
                    <a:pt x="3779" y="1393"/>
                    <a:pt x="3763" y="1367"/>
                    <a:pt x="3747" y="1341"/>
                  </a:cubicBezTo>
                  <a:lnTo>
                    <a:pt x="3747" y="1341"/>
                  </a:lnTo>
                  <a:cubicBezTo>
                    <a:pt x="3726" y="1309"/>
                    <a:pt x="3720" y="1271"/>
                    <a:pt x="3728" y="1234"/>
                  </a:cubicBezTo>
                  <a:cubicBezTo>
                    <a:pt x="3737" y="1197"/>
                    <a:pt x="3759" y="1166"/>
                    <a:pt x="3791" y="1146"/>
                  </a:cubicBezTo>
                  <a:cubicBezTo>
                    <a:pt x="3813" y="1131"/>
                    <a:pt x="3839" y="1124"/>
                    <a:pt x="3866" y="1124"/>
                  </a:cubicBezTo>
                  <a:cubicBezTo>
                    <a:pt x="3915" y="1124"/>
                    <a:pt x="3960" y="1148"/>
                    <a:pt x="3986" y="1190"/>
                  </a:cubicBezTo>
                  <a:cubicBezTo>
                    <a:pt x="4005" y="1219"/>
                    <a:pt x="4023" y="1249"/>
                    <a:pt x="4040" y="1279"/>
                  </a:cubicBezTo>
                  <a:cubicBezTo>
                    <a:pt x="4040" y="1279"/>
                    <a:pt x="4041" y="1280"/>
                    <a:pt x="4041" y="1281"/>
                  </a:cubicBezTo>
                  <a:cubicBezTo>
                    <a:pt x="4059" y="1313"/>
                    <a:pt x="4076" y="1344"/>
                    <a:pt x="4092" y="1375"/>
                  </a:cubicBezTo>
                  <a:cubicBezTo>
                    <a:pt x="4109" y="1409"/>
                    <a:pt x="4112" y="1447"/>
                    <a:pt x="4100" y="1483"/>
                  </a:cubicBezTo>
                  <a:cubicBezTo>
                    <a:pt x="4088" y="1519"/>
                    <a:pt x="4063" y="1549"/>
                    <a:pt x="4029" y="1566"/>
                  </a:cubicBezTo>
                  <a:cubicBezTo>
                    <a:pt x="4009" y="1576"/>
                    <a:pt x="3988" y="1581"/>
                    <a:pt x="3965" y="1581"/>
                  </a:cubicBezTo>
                  <a:close/>
                  <a:moveTo>
                    <a:pt x="4131" y="2198"/>
                  </a:moveTo>
                  <a:cubicBezTo>
                    <a:pt x="4052" y="2198"/>
                    <a:pt x="3989" y="2135"/>
                    <a:pt x="3989" y="2057"/>
                  </a:cubicBezTo>
                  <a:cubicBezTo>
                    <a:pt x="3989" y="2030"/>
                    <a:pt x="3987" y="2003"/>
                    <a:pt x="3985" y="1975"/>
                  </a:cubicBezTo>
                  <a:cubicBezTo>
                    <a:pt x="3982" y="1947"/>
                    <a:pt x="3978" y="1917"/>
                    <a:pt x="3973" y="1888"/>
                  </a:cubicBezTo>
                  <a:lnTo>
                    <a:pt x="3973" y="1888"/>
                  </a:lnTo>
                  <a:cubicBezTo>
                    <a:pt x="3966" y="1851"/>
                    <a:pt x="3974" y="1813"/>
                    <a:pt x="3996" y="1782"/>
                  </a:cubicBezTo>
                  <a:cubicBezTo>
                    <a:pt x="4018" y="1751"/>
                    <a:pt x="4050" y="1730"/>
                    <a:pt x="4087" y="1723"/>
                  </a:cubicBezTo>
                  <a:cubicBezTo>
                    <a:pt x="4096" y="1722"/>
                    <a:pt x="4104" y="1721"/>
                    <a:pt x="4113" y="1721"/>
                  </a:cubicBezTo>
                  <a:cubicBezTo>
                    <a:pt x="4181" y="1721"/>
                    <a:pt x="4240" y="1770"/>
                    <a:pt x="4252" y="1838"/>
                  </a:cubicBezTo>
                  <a:cubicBezTo>
                    <a:pt x="4259" y="1875"/>
                    <a:pt x="4264" y="1912"/>
                    <a:pt x="4267" y="1949"/>
                  </a:cubicBezTo>
                  <a:cubicBezTo>
                    <a:pt x="4271" y="1985"/>
                    <a:pt x="4272" y="2021"/>
                    <a:pt x="4272" y="2057"/>
                  </a:cubicBezTo>
                  <a:cubicBezTo>
                    <a:pt x="4272" y="2135"/>
                    <a:pt x="4209" y="2198"/>
                    <a:pt x="4131" y="219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27"/>
            <p:cNvSpPr/>
            <p:nvPr/>
          </p:nvSpPr>
          <p:spPr>
            <a:xfrm>
              <a:off x="7970838" y="4314825"/>
              <a:ext cx="38100" cy="46038"/>
            </a:xfrm>
            <a:custGeom>
              <a:rect b="b" l="l" r="r" t="t"/>
              <a:pathLst>
                <a:path extrusionOk="0" h="646" w="539">
                  <a:moveTo>
                    <a:pt x="311" y="273"/>
                  </a:moveTo>
                  <a:cubicBezTo>
                    <a:pt x="275" y="245"/>
                    <a:pt x="255" y="203"/>
                    <a:pt x="255" y="161"/>
                  </a:cubicBezTo>
                  <a:lnTo>
                    <a:pt x="255" y="161"/>
                  </a:lnTo>
                  <a:cubicBezTo>
                    <a:pt x="255" y="131"/>
                    <a:pt x="264" y="100"/>
                    <a:pt x="284" y="75"/>
                  </a:cubicBezTo>
                  <a:lnTo>
                    <a:pt x="284" y="75"/>
                  </a:lnTo>
                  <a:cubicBezTo>
                    <a:pt x="331" y="12"/>
                    <a:pt x="420" y="0"/>
                    <a:pt x="482" y="47"/>
                  </a:cubicBezTo>
                  <a:lnTo>
                    <a:pt x="482" y="47"/>
                  </a:lnTo>
                  <a:cubicBezTo>
                    <a:pt x="519" y="75"/>
                    <a:pt x="538" y="117"/>
                    <a:pt x="539" y="160"/>
                  </a:cubicBezTo>
                  <a:lnTo>
                    <a:pt x="539" y="160"/>
                  </a:lnTo>
                  <a:cubicBezTo>
                    <a:pt x="539" y="190"/>
                    <a:pt x="529" y="220"/>
                    <a:pt x="510" y="246"/>
                  </a:cubicBezTo>
                  <a:lnTo>
                    <a:pt x="510" y="246"/>
                  </a:lnTo>
                  <a:cubicBezTo>
                    <a:pt x="482" y="283"/>
                    <a:pt x="439" y="302"/>
                    <a:pt x="397" y="302"/>
                  </a:cubicBezTo>
                  <a:lnTo>
                    <a:pt x="397" y="302"/>
                  </a:lnTo>
                  <a:cubicBezTo>
                    <a:pt x="367" y="302"/>
                    <a:pt x="337" y="293"/>
                    <a:pt x="311" y="273"/>
                  </a:cubicBezTo>
                  <a:close/>
                  <a:moveTo>
                    <a:pt x="87" y="625"/>
                  </a:moveTo>
                  <a:cubicBezTo>
                    <a:pt x="21" y="584"/>
                    <a:pt x="0" y="496"/>
                    <a:pt x="41" y="430"/>
                  </a:cubicBezTo>
                  <a:lnTo>
                    <a:pt x="41" y="430"/>
                  </a:lnTo>
                  <a:cubicBezTo>
                    <a:pt x="82" y="363"/>
                    <a:pt x="169" y="343"/>
                    <a:pt x="236" y="384"/>
                  </a:cubicBezTo>
                  <a:lnTo>
                    <a:pt x="236" y="384"/>
                  </a:lnTo>
                  <a:cubicBezTo>
                    <a:pt x="303" y="425"/>
                    <a:pt x="324" y="512"/>
                    <a:pt x="282" y="579"/>
                  </a:cubicBezTo>
                  <a:lnTo>
                    <a:pt x="282" y="579"/>
                  </a:lnTo>
                  <a:cubicBezTo>
                    <a:pt x="255" y="622"/>
                    <a:pt x="209" y="646"/>
                    <a:pt x="161" y="646"/>
                  </a:cubicBezTo>
                  <a:lnTo>
                    <a:pt x="161" y="646"/>
                  </a:lnTo>
                  <a:cubicBezTo>
                    <a:pt x="136" y="646"/>
                    <a:pt x="110" y="639"/>
                    <a:pt x="87" y="62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27"/>
            <p:cNvSpPr/>
            <p:nvPr/>
          </p:nvSpPr>
          <p:spPr>
            <a:xfrm>
              <a:off x="8059738" y="4275138"/>
              <a:ext cx="241300" cy="115888"/>
            </a:xfrm>
            <a:custGeom>
              <a:rect b="b" l="l" r="r" t="t"/>
              <a:pathLst>
                <a:path extrusionOk="0" h="1634" w="3420">
                  <a:moveTo>
                    <a:pt x="1953" y="324"/>
                  </a:moveTo>
                  <a:cubicBezTo>
                    <a:pt x="1941" y="324"/>
                    <a:pt x="1928" y="323"/>
                    <a:pt x="1917" y="320"/>
                  </a:cubicBezTo>
                  <a:cubicBezTo>
                    <a:pt x="1886" y="311"/>
                    <a:pt x="1856" y="305"/>
                    <a:pt x="1827" y="299"/>
                  </a:cubicBezTo>
                  <a:lnTo>
                    <a:pt x="1826" y="299"/>
                  </a:lnTo>
                  <a:cubicBezTo>
                    <a:pt x="1797" y="293"/>
                    <a:pt x="1767" y="288"/>
                    <a:pt x="1737" y="283"/>
                  </a:cubicBezTo>
                  <a:lnTo>
                    <a:pt x="1737" y="283"/>
                  </a:lnTo>
                  <a:cubicBezTo>
                    <a:pt x="1699" y="278"/>
                    <a:pt x="1667" y="259"/>
                    <a:pt x="1644" y="229"/>
                  </a:cubicBezTo>
                  <a:cubicBezTo>
                    <a:pt x="1621" y="198"/>
                    <a:pt x="1611" y="161"/>
                    <a:pt x="1616" y="124"/>
                  </a:cubicBezTo>
                  <a:cubicBezTo>
                    <a:pt x="1626" y="54"/>
                    <a:pt x="1686" y="1"/>
                    <a:pt x="1756" y="1"/>
                  </a:cubicBezTo>
                  <a:cubicBezTo>
                    <a:pt x="1763" y="1"/>
                    <a:pt x="1770" y="2"/>
                    <a:pt x="1776" y="3"/>
                  </a:cubicBezTo>
                  <a:cubicBezTo>
                    <a:pt x="1812" y="8"/>
                    <a:pt x="1847" y="14"/>
                    <a:pt x="1883" y="21"/>
                  </a:cubicBezTo>
                  <a:cubicBezTo>
                    <a:pt x="1918" y="28"/>
                    <a:pt x="1954" y="36"/>
                    <a:pt x="1989" y="46"/>
                  </a:cubicBezTo>
                  <a:cubicBezTo>
                    <a:pt x="2026" y="55"/>
                    <a:pt x="2056" y="79"/>
                    <a:pt x="2076" y="112"/>
                  </a:cubicBezTo>
                  <a:cubicBezTo>
                    <a:pt x="2094" y="144"/>
                    <a:pt x="2099" y="182"/>
                    <a:pt x="2089" y="219"/>
                  </a:cubicBezTo>
                  <a:cubicBezTo>
                    <a:pt x="2074" y="281"/>
                    <a:pt x="2017" y="324"/>
                    <a:pt x="1953" y="324"/>
                  </a:cubicBezTo>
                  <a:close/>
                  <a:moveTo>
                    <a:pt x="1113" y="331"/>
                  </a:moveTo>
                  <a:lnTo>
                    <a:pt x="1113" y="331"/>
                  </a:lnTo>
                  <a:cubicBezTo>
                    <a:pt x="1051" y="331"/>
                    <a:pt x="995" y="289"/>
                    <a:pt x="977" y="229"/>
                  </a:cubicBezTo>
                  <a:cubicBezTo>
                    <a:pt x="967" y="193"/>
                    <a:pt x="971" y="155"/>
                    <a:pt x="989" y="121"/>
                  </a:cubicBezTo>
                  <a:cubicBezTo>
                    <a:pt x="1007" y="88"/>
                    <a:pt x="1037" y="64"/>
                    <a:pt x="1073" y="54"/>
                  </a:cubicBezTo>
                  <a:cubicBezTo>
                    <a:pt x="1107" y="44"/>
                    <a:pt x="1143" y="35"/>
                    <a:pt x="1178" y="27"/>
                  </a:cubicBezTo>
                  <a:cubicBezTo>
                    <a:pt x="1178" y="27"/>
                    <a:pt x="1179" y="26"/>
                    <a:pt x="1180" y="26"/>
                  </a:cubicBezTo>
                  <a:cubicBezTo>
                    <a:pt x="1214" y="19"/>
                    <a:pt x="1250" y="12"/>
                    <a:pt x="1287" y="6"/>
                  </a:cubicBezTo>
                  <a:cubicBezTo>
                    <a:pt x="1327" y="0"/>
                    <a:pt x="1369" y="12"/>
                    <a:pt x="1400" y="38"/>
                  </a:cubicBezTo>
                  <a:cubicBezTo>
                    <a:pt x="1426" y="60"/>
                    <a:pt x="1443" y="91"/>
                    <a:pt x="1448" y="124"/>
                  </a:cubicBezTo>
                  <a:cubicBezTo>
                    <a:pt x="1454" y="162"/>
                    <a:pt x="1445" y="199"/>
                    <a:pt x="1423" y="230"/>
                  </a:cubicBezTo>
                  <a:cubicBezTo>
                    <a:pt x="1400" y="260"/>
                    <a:pt x="1367" y="280"/>
                    <a:pt x="1330" y="286"/>
                  </a:cubicBezTo>
                  <a:cubicBezTo>
                    <a:pt x="1301" y="291"/>
                    <a:pt x="1271" y="296"/>
                    <a:pt x="1241" y="303"/>
                  </a:cubicBezTo>
                  <a:lnTo>
                    <a:pt x="1241" y="303"/>
                  </a:lnTo>
                  <a:lnTo>
                    <a:pt x="1240" y="303"/>
                  </a:lnTo>
                  <a:cubicBezTo>
                    <a:pt x="1210" y="310"/>
                    <a:pt x="1181" y="317"/>
                    <a:pt x="1153" y="326"/>
                  </a:cubicBezTo>
                  <a:lnTo>
                    <a:pt x="1153" y="326"/>
                  </a:lnTo>
                  <a:cubicBezTo>
                    <a:pt x="1140" y="329"/>
                    <a:pt x="1126" y="331"/>
                    <a:pt x="1113" y="331"/>
                  </a:cubicBezTo>
                  <a:close/>
                  <a:moveTo>
                    <a:pt x="2539" y="599"/>
                  </a:moveTo>
                  <a:cubicBezTo>
                    <a:pt x="2510" y="599"/>
                    <a:pt x="2482" y="590"/>
                    <a:pt x="2458" y="574"/>
                  </a:cubicBezTo>
                  <a:cubicBezTo>
                    <a:pt x="2432" y="556"/>
                    <a:pt x="2406" y="539"/>
                    <a:pt x="2380" y="523"/>
                  </a:cubicBezTo>
                  <a:cubicBezTo>
                    <a:pt x="2355" y="507"/>
                    <a:pt x="2328" y="491"/>
                    <a:pt x="2300" y="476"/>
                  </a:cubicBezTo>
                  <a:cubicBezTo>
                    <a:pt x="2267" y="457"/>
                    <a:pt x="2243" y="427"/>
                    <a:pt x="2232" y="391"/>
                  </a:cubicBezTo>
                  <a:cubicBezTo>
                    <a:pt x="2222" y="354"/>
                    <a:pt x="2226" y="316"/>
                    <a:pt x="2245" y="283"/>
                  </a:cubicBezTo>
                  <a:cubicBezTo>
                    <a:pt x="2270" y="238"/>
                    <a:pt x="2317" y="210"/>
                    <a:pt x="2369" y="210"/>
                  </a:cubicBezTo>
                  <a:cubicBezTo>
                    <a:pt x="2393" y="210"/>
                    <a:pt x="2417" y="216"/>
                    <a:pt x="2438" y="228"/>
                  </a:cubicBezTo>
                  <a:cubicBezTo>
                    <a:pt x="2468" y="245"/>
                    <a:pt x="2499" y="263"/>
                    <a:pt x="2530" y="282"/>
                  </a:cubicBezTo>
                  <a:cubicBezTo>
                    <a:pt x="2531" y="283"/>
                    <a:pt x="2531" y="283"/>
                    <a:pt x="2532" y="284"/>
                  </a:cubicBezTo>
                  <a:cubicBezTo>
                    <a:pt x="2562" y="302"/>
                    <a:pt x="2591" y="321"/>
                    <a:pt x="2619" y="341"/>
                  </a:cubicBezTo>
                  <a:cubicBezTo>
                    <a:pt x="2651" y="363"/>
                    <a:pt x="2672" y="395"/>
                    <a:pt x="2678" y="432"/>
                  </a:cubicBezTo>
                  <a:cubicBezTo>
                    <a:pt x="2685" y="469"/>
                    <a:pt x="2677" y="507"/>
                    <a:pt x="2655" y="538"/>
                  </a:cubicBezTo>
                  <a:cubicBezTo>
                    <a:pt x="2629" y="576"/>
                    <a:pt x="2585" y="599"/>
                    <a:pt x="2539" y="599"/>
                  </a:cubicBezTo>
                  <a:close/>
                  <a:moveTo>
                    <a:pt x="539" y="628"/>
                  </a:moveTo>
                  <a:lnTo>
                    <a:pt x="539" y="628"/>
                  </a:lnTo>
                  <a:cubicBezTo>
                    <a:pt x="495" y="628"/>
                    <a:pt x="453" y="607"/>
                    <a:pt x="426" y="572"/>
                  </a:cubicBezTo>
                  <a:cubicBezTo>
                    <a:pt x="404" y="542"/>
                    <a:pt x="394" y="504"/>
                    <a:pt x="399" y="467"/>
                  </a:cubicBezTo>
                  <a:cubicBezTo>
                    <a:pt x="404" y="429"/>
                    <a:pt x="423" y="396"/>
                    <a:pt x="453" y="373"/>
                  </a:cubicBezTo>
                  <a:cubicBezTo>
                    <a:pt x="481" y="352"/>
                    <a:pt x="511" y="331"/>
                    <a:pt x="540" y="310"/>
                  </a:cubicBezTo>
                  <a:cubicBezTo>
                    <a:pt x="540" y="310"/>
                    <a:pt x="541" y="310"/>
                    <a:pt x="541" y="309"/>
                  </a:cubicBezTo>
                  <a:lnTo>
                    <a:pt x="542" y="309"/>
                  </a:lnTo>
                  <a:cubicBezTo>
                    <a:pt x="571" y="289"/>
                    <a:pt x="600" y="270"/>
                    <a:pt x="630" y="252"/>
                  </a:cubicBezTo>
                  <a:cubicBezTo>
                    <a:pt x="652" y="238"/>
                    <a:pt x="678" y="231"/>
                    <a:pt x="704" y="231"/>
                  </a:cubicBezTo>
                  <a:cubicBezTo>
                    <a:pt x="754" y="231"/>
                    <a:pt x="798" y="256"/>
                    <a:pt x="824" y="299"/>
                  </a:cubicBezTo>
                  <a:cubicBezTo>
                    <a:pt x="865" y="365"/>
                    <a:pt x="844" y="453"/>
                    <a:pt x="778" y="494"/>
                  </a:cubicBezTo>
                  <a:cubicBezTo>
                    <a:pt x="752" y="509"/>
                    <a:pt x="726" y="526"/>
                    <a:pt x="700" y="544"/>
                  </a:cubicBezTo>
                  <a:cubicBezTo>
                    <a:pt x="674" y="562"/>
                    <a:pt x="649" y="580"/>
                    <a:pt x="625" y="599"/>
                  </a:cubicBezTo>
                  <a:cubicBezTo>
                    <a:pt x="600" y="618"/>
                    <a:pt x="570" y="628"/>
                    <a:pt x="539" y="628"/>
                  </a:cubicBezTo>
                  <a:close/>
                  <a:moveTo>
                    <a:pt x="144" y="1009"/>
                  </a:moveTo>
                  <a:lnTo>
                    <a:pt x="144" y="1009"/>
                  </a:lnTo>
                  <a:cubicBezTo>
                    <a:pt x="111" y="1009"/>
                    <a:pt x="79" y="997"/>
                    <a:pt x="53" y="975"/>
                  </a:cubicBezTo>
                  <a:cubicBezTo>
                    <a:pt x="24" y="951"/>
                    <a:pt x="7" y="917"/>
                    <a:pt x="3" y="879"/>
                  </a:cubicBezTo>
                  <a:cubicBezTo>
                    <a:pt x="0" y="842"/>
                    <a:pt x="12" y="805"/>
                    <a:pt x="36" y="776"/>
                  </a:cubicBezTo>
                  <a:cubicBezTo>
                    <a:pt x="58" y="749"/>
                    <a:pt x="82" y="722"/>
                    <a:pt x="105" y="697"/>
                  </a:cubicBezTo>
                  <a:cubicBezTo>
                    <a:pt x="132" y="667"/>
                    <a:pt x="170" y="650"/>
                    <a:pt x="210" y="650"/>
                  </a:cubicBezTo>
                  <a:cubicBezTo>
                    <a:pt x="245" y="650"/>
                    <a:pt x="279" y="663"/>
                    <a:pt x="305" y="686"/>
                  </a:cubicBezTo>
                  <a:cubicBezTo>
                    <a:pt x="363" y="739"/>
                    <a:pt x="368" y="828"/>
                    <a:pt x="315" y="886"/>
                  </a:cubicBezTo>
                  <a:cubicBezTo>
                    <a:pt x="294" y="910"/>
                    <a:pt x="274" y="934"/>
                    <a:pt x="253" y="958"/>
                  </a:cubicBezTo>
                  <a:cubicBezTo>
                    <a:pt x="226" y="990"/>
                    <a:pt x="186" y="1009"/>
                    <a:pt x="144" y="1009"/>
                  </a:cubicBezTo>
                  <a:close/>
                  <a:moveTo>
                    <a:pt x="3005" y="1048"/>
                  </a:moveTo>
                  <a:cubicBezTo>
                    <a:pt x="2960" y="1048"/>
                    <a:pt x="2919" y="1027"/>
                    <a:pt x="2892" y="991"/>
                  </a:cubicBezTo>
                  <a:cubicBezTo>
                    <a:pt x="2873" y="966"/>
                    <a:pt x="2854" y="942"/>
                    <a:pt x="2835" y="918"/>
                  </a:cubicBezTo>
                  <a:lnTo>
                    <a:pt x="2835" y="918"/>
                  </a:lnTo>
                  <a:cubicBezTo>
                    <a:pt x="2834" y="918"/>
                    <a:pt x="2834" y="917"/>
                    <a:pt x="2834" y="917"/>
                  </a:cubicBezTo>
                  <a:lnTo>
                    <a:pt x="2833" y="916"/>
                  </a:lnTo>
                  <a:cubicBezTo>
                    <a:pt x="2814" y="894"/>
                    <a:pt x="2794" y="871"/>
                    <a:pt x="2773" y="848"/>
                  </a:cubicBezTo>
                  <a:cubicBezTo>
                    <a:pt x="2748" y="821"/>
                    <a:pt x="2734" y="784"/>
                    <a:pt x="2736" y="747"/>
                  </a:cubicBezTo>
                  <a:cubicBezTo>
                    <a:pt x="2737" y="709"/>
                    <a:pt x="2754" y="674"/>
                    <a:pt x="2782" y="648"/>
                  </a:cubicBezTo>
                  <a:cubicBezTo>
                    <a:pt x="2808" y="624"/>
                    <a:pt x="2842" y="611"/>
                    <a:pt x="2877" y="611"/>
                  </a:cubicBezTo>
                  <a:cubicBezTo>
                    <a:pt x="2917" y="611"/>
                    <a:pt x="2955" y="627"/>
                    <a:pt x="2982" y="657"/>
                  </a:cubicBezTo>
                  <a:cubicBezTo>
                    <a:pt x="3006" y="683"/>
                    <a:pt x="3030" y="710"/>
                    <a:pt x="3052" y="737"/>
                  </a:cubicBezTo>
                  <a:cubicBezTo>
                    <a:pt x="3076" y="765"/>
                    <a:pt x="3098" y="793"/>
                    <a:pt x="3119" y="822"/>
                  </a:cubicBezTo>
                  <a:cubicBezTo>
                    <a:pt x="3166" y="884"/>
                    <a:pt x="3153" y="973"/>
                    <a:pt x="3090" y="1020"/>
                  </a:cubicBezTo>
                  <a:cubicBezTo>
                    <a:pt x="3065" y="1038"/>
                    <a:pt x="3036" y="1048"/>
                    <a:pt x="3005" y="1048"/>
                  </a:cubicBezTo>
                  <a:close/>
                  <a:moveTo>
                    <a:pt x="3274" y="1634"/>
                  </a:moveTo>
                  <a:cubicBezTo>
                    <a:pt x="3204" y="1634"/>
                    <a:pt x="3145" y="1584"/>
                    <a:pt x="3134" y="1515"/>
                  </a:cubicBezTo>
                  <a:cubicBezTo>
                    <a:pt x="3129" y="1488"/>
                    <a:pt x="3123" y="1460"/>
                    <a:pt x="3116" y="1431"/>
                  </a:cubicBezTo>
                  <a:cubicBezTo>
                    <a:pt x="3108" y="1404"/>
                    <a:pt x="3100" y="1375"/>
                    <a:pt x="3089" y="1348"/>
                  </a:cubicBezTo>
                  <a:lnTo>
                    <a:pt x="3089" y="1348"/>
                  </a:lnTo>
                  <a:cubicBezTo>
                    <a:pt x="3076" y="1312"/>
                    <a:pt x="3078" y="1273"/>
                    <a:pt x="3094" y="1239"/>
                  </a:cubicBezTo>
                  <a:cubicBezTo>
                    <a:pt x="3110" y="1205"/>
                    <a:pt x="3138" y="1179"/>
                    <a:pt x="3174" y="1166"/>
                  </a:cubicBezTo>
                  <a:cubicBezTo>
                    <a:pt x="3190" y="1160"/>
                    <a:pt x="3206" y="1157"/>
                    <a:pt x="3222" y="1157"/>
                  </a:cubicBezTo>
                  <a:cubicBezTo>
                    <a:pt x="3282" y="1157"/>
                    <a:pt x="3335" y="1195"/>
                    <a:pt x="3356" y="1250"/>
                  </a:cubicBezTo>
                  <a:cubicBezTo>
                    <a:pt x="3368" y="1286"/>
                    <a:pt x="3380" y="1322"/>
                    <a:pt x="3389" y="1357"/>
                  </a:cubicBezTo>
                  <a:cubicBezTo>
                    <a:pt x="3399" y="1395"/>
                    <a:pt x="3408" y="1432"/>
                    <a:pt x="3414" y="1469"/>
                  </a:cubicBezTo>
                  <a:cubicBezTo>
                    <a:pt x="3420" y="1506"/>
                    <a:pt x="3411" y="1544"/>
                    <a:pt x="3389" y="1574"/>
                  </a:cubicBezTo>
                  <a:cubicBezTo>
                    <a:pt x="3367" y="1605"/>
                    <a:pt x="3334" y="1625"/>
                    <a:pt x="3297" y="1632"/>
                  </a:cubicBezTo>
                  <a:cubicBezTo>
                    <a:pt x="3289" y="1633"/>
                    <a:pt x="3281" y="1634"/>
                    <a:pt x="3274" y="163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27"/>
            <p:cNvSpPr/>
            <p:nvPr/>
          </p:nvSpPr>
          <p:spPr>
            <a:xfrm>
              <a:off x="8031163" y="4335463"/>
              <a:ext cx="39688" cy="44450"/>
            </a:xfrm>
            <a:custGeom>
              <a:rect b="b" l="l" r="r" t="t"/>
              <a:pathLst>
                <a:path extrusionOk="0" h="628" w="559">
                  <a:moveTo>
                    <a:pt x="323" y="263"/>
                  </a:moveTo>
                  <a:cubicBezTo>
                    <a:pt x="292" y="235"/>
                    <a:pt x="276" y="196"/>
                    <a:pt x="276" y="157"/>
                  </a:cubicBezTo>
                  <a:lnTo>
                    <a:pt x="276" y="157"/>
                  </a:lnTo>
                  <a:cubicBezTo>
                    <a:pt x="276" y="124"/>
                    <a:pt x="288" y="90"/>
                    <a:pt x="312" y="63"/>
                  </a:cubicBezTo>
                  <a:lnTo>
                    <a:pt x="312" y="63"/>
                  </a:lnTo>
                  <a:cubicBezTo>
                    <a:pt x="364" y="5"/>
                    <a:pt x="454" y="0"/>
                    <a:pt x="512" y="52"/>
                  </a:cubicBezTo>
                  <a:lnTo>
                    <a:pt x="512" y="52"/>
                  </a:lnTo>
                  <a:cubicBezTo>
                    <a:pt x="544" y="80"/>
                    <a:pt x="559" y="119"/>
                    <a:pt x="559" y="159"/>
                  </a:cubicBezTo>
                  <a:lnTo>
                    <a:pt x="559" y="159"/>
                  </a:lnTo>
                  <a:cubicBezTo>
                    <a:pt x="559" y="192"/>
                    <a:pt x="547" y="225"/>
                    <a:pt x="523" y="252"/>
                  </a:cubicBezTo>
                  <a:lnTo>
                    <a:pt x="523" y="252"/>
                  </a:lnTo>
                  <a:cubicBezTo>
                    <a:pt x="495" y="284"/>
                    <a:pt x="457" y="299"/>
                    <a:pt x="417" y="299"/>
                  </a:cubicBezTo>
                  <a:lnTo>
                    <a:pt x="417" y="299"/>
                  </a:lnTo>
                  <a:cubicBezTo>
                    <a:pt x="384" y="299"/>
                    <a:pt x="350" y="288"/>
                    <a:pt x="323" y="263"/>
                  </a:cubicBezTo>
                  <a:close/>
                  <a:moveTo>
                    <a:pt x="81" y="603"/>
                  </a:moveTo>
                  <a:cubicBezTo>
                    <a:pt x="17" y="559"/>
                    <a:pt x="0" y="470"/>
                    <a:pt x="45" y="406"/>
                  </a:cubicBezTo>
                  <a:lnTo>
                    <a:pt x="45" y="406"/>
                  </a:lnTo>
                  <a:lnTo>
                    <a:pt x="45" y="406"/>
                  </a:lnTo>
                  <a:lnTo>
                    <a:pt x="45" y="406"/>
                  </a:lnTo>
                  <a:cubicBezTo>
                    <a:pt x="89" y="341"/>
                    <a:pt x="177" y="325"/>
                    <a:pt x="242" y="369"/>
                  </a:cubicBezTo>
                  <a:lnTo>
                    <a:pt x="242" y="369"/>
                  </a:lnTo>
                  <a:cubicBezTo>
                    <a:pt x="306" y="413"/>
                    <a:pt x="322" y="502"/>
                    <a:pt x="278" y="566"/>
                  </a:cubicBezTo>
                  <a:lnTo>
                    <a:pt x="278" y="566"/>
                  </a:lnTo>
                  <a:cubicBezTo>
                    <a:pt x="251" y="606"/>
                    <a:pt x="206" y="628"/>
                    <a:pt x="161" y="628"/>
                  </a:cubicBezTo>
                  <a:lnTo>
                    <a:pt x="161" y="628"/>
                  </a:lnTo>
                  <a:cubicBezTo>
                    <a:pt x="133" y="628"/>
                    <a:pt x="106" y="620"/>
                    <a:pt x="81" y="60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27"/>
            <p:cNvSpPr/>
            <p:nvPr/>
          </p:nvSpPr>
          <p:spPr>
            <a:xfrm>
              <a:off x="8289926" y="4275138"/>
              <a:ext cx="242888" cy="115888"/>
            </a:xfrm>
            <a:custGeom>
              <a:rect b="b" l="l" r="r" t="t"/>
              <a:pathLst>
                <a:path extrusionOk="0" h="1633" w="3440">
                  <a:moveTo>
                    <a:pt x="1473" y="324"/>
                  </a:moveTo>
                  <a:lnTo>
                    <a:pt x="1473" y="324"/>
                  </a:lnTo>
                  <a:cubicBezTo>
                    <a:pt x="1409" y="324"/>
                    <a:pt x="1353" y="281"/>
                    <a:pt x="1336" y="219"/>
                  </a:cubicBezTo>
                  <a:cubicBezTo>
                    <a:pt x="1326" y="182"/>
                    <a:pt x="1332" y="144"/>
                    <a:pt x="1351" y="111"/>
                  </a:cubicBezTo>
                  <a:cubicBezTo>
                    <a:pt x="1369" y="79"/>
                    <a:pt x="1400" y="55"/>
                    <a:pt x="1437" y="46"/>
                  </a:cubicBezTo>
                  <a:cubicBezTo>
                    <a:pt x="1471" y="37"/>
                    <a:pt x="1506" y="28"/>
                    <a:pt x="1542" y="21"/>
                  </a:cubicBezTo>
                  <a:cubicBezTo>
                    <a:pt x="1578" y="14"/>
                    <a:pt x="1615" y="8"/>
                    <a:pt x="1650" y="3"/>
                  </a:cubicBezTo>
                  <a:cubicBezTo>
                    <a:pt x="1656" y="2"/>
                    <a:pt x="1663" y="1"/>
                    <a:pt x="1669" y="1"/>
                  </a:cubicBezTo>
                  <a:cubicBezTo>
                    <a:pt x="1740" y="1"/>
                    <a:pt x="1800" y="54"/>
                    <a:pt x="1810" y="124"/>
                  </a:cubicBezTo>
                  <a:cubicBezTo>
                    <a:pt x="1821" y="201"/>
                    <a:pt x="1766" y="273"/>
                    <a:pt x="1689" y="283"/>
                  </a:cubicBezTo>
                  <a:cubicBezTo>
                    <a:pt x="1659" y="287"/>
                    <a:pt x="1629" y="293"/>
                    <a:pt x="1598" y="299"/>
                  </a:cubicBezTo>
                  <a:cubicBezTo>
                    <a:pt x="1569" y="305"/>
                    <a:pt x="1539" y="312"/>
                    <a:pt x="1509" y="320"/>
                  </a:cubicBezTo>
                  <a:cubicBezTo>
                    <a:pt x="1497" y="323"/>
                    <a:pt x="1486" y="324"/>
                    <a:pt x="1473" y="324"/>
                  </a:cubicBezTo>
                  <a:close/>
                  <a:moveTo>
                    <a:pt x="2312" y="331"/>
                  </a:moveTo>
                  <a:cubicBezTo>
                    <a:pt x="2299" y="331"/>
                    <a:pt x="2286" y="329"/>
                    <a:pt x="2273" y="326"/>
                  </a:cubicBezTo>
                  <a:cubicBezTo>
                    <a:pt x="2245" y="317"/>
                    <a:pt x="2215" y="310"/>
                    <a:pt x="2185" y="303"/>
                  </a:cubicBezTo>
                  <a:cubicBezTo>
                    <a:pt x="2155" y="296"/>
                    <a:pt x="2125" y="291"/>
                    <a:pt x="2096" y="286"/>
                  </a:cubicBezTo>
                  <a:cubicBezTo>
                    <a:pt x="2019" y="274"/>
                    <a:pt x="1966" y="202"/>
                    <a:pt x="1978" y="124"/>
                  </a:cubicBezTo>
                  <a:cubicBezTo>
                    <a:pt x="1983" y="91"/>
                    <a:pt x="2000" y="60"/>
                    <a:pt x="2026" y="38"/>
                  </a:cubicBezTo>
                  <a:cubicBezTo>
                    <a:pt x="2057" y="12"/>
                    <a:pt x="2098" y="0"/>
                    <a:pt x="2139" y="6"/>
                  </a:cubicBezTo>
                  <a:cubicBezTo>
                    <a:pt x="2175" y="12"/>
                    <a:pt x="2211" y="18"/>
                    <a:pt x="2247" y="26"/>
                  </a:cubicBezTo>
                  <a:cubicBezTo>
                    <a:pt x="2281" y="34"/>
                    <a:pt x="2317" y="43"/>
                    <a:pt x="2352" y="54"/>
                  </a:cubicBezTo>
                  <a:cubicBezTo>
                    <a:pt x="2427" y="75"/>
                    <a:pt x="2470" y="154"/>
                    <a:pt x="2449" y="229"/>
                  </a:cubicBezTo>
                  <a:cubicBezTo>
                    <a:pt x="2431" y="289"/>
                    <a:pt x="2375" y="331"/>
                    <a:pt x="2312" y="331"/>
                  </a:cubicBezTo>
                  <a:close/>
                  <a:moveTo>
                    <a:pt x="887" y="599"/>
                  </a:moveTo>
                  <a:cubicBezTo>
                    <a:pt x="841" y="599"/>
                    <a:pt x="797" y="576"/>
                    <a:pt x="771" y="538"/>
                  </a:cubicBezTo>
                  <a:cubicBezTo>
                    <a:pt x="749" y="507"/>
                    <a:pt x="741" y="469"/>
                    <a:pt x="748" y="432"/>
                  </a:cubicBezTo>
                  <a:cubicBezTo>
                    <a:pt x="754" y="395"/>
                    <a:pt x="775" y="363"/>
                    <a:pt x="806" y="341"/>
                  </a:cubicBezTo>
                  <a:cubicBezTo>
                    <a:pt x="836" y="321"/>
                    <a:pt x="866" y="301"/>
                    <a:pt x="896" y="282"/>
                  </a:cubicBezTo>
                  <a:cubicBezTo>
                    <a:pt x="927" y="263"/>
                    <a:pt x="958" y="244"/>
                    <a:pt x="989" y="228"/>
                  </a:cubicBezTo>
                  <a:cubicBezTo>
                    <a:pt x="1009" y="216"/>
                    <a:pt x="1033" y="210"/>
                    <a:pt x="1057" y="210"/>
                  </a:cubicBezTo>
                  <a:cubicBezTo>
                    <a:pt x="1108" y="210"/>
                    <a:pt x="1156" y="238"/>
                    <a:pt x="1181" y="283"/>
                  </a:cubicBezTo>
                  <a:cubicBezTo>
                    <a:pt x="1219" y="351"/>
                    <a:pt x="1194" y="438"/>
                    <a:pt x="1126" y="476"/>
                  </a:cubicBezTo>
                  <a:cubicBezTo>
                    <a:pt x="1100" y="490"/>
                    <a:pt x="1074" y="505"/>
                    <a:pt x="1048" y="522"/>
                  </a:cubicBezTo>
                  <a:lnTo>
                    <a:pt x="1046" y="523"/>
                  </a:lnTo>
                  <a:cubicBezTo>
                    <a:pt x="1019" y="539"/>
                    <a:pt x="993" y="556"/>
                    <a:pt x="968" y="574"/>
                  </a:cubicBezTo>
                  <a:cubicBezTo>
                    <a:pt x="944" y="590"/>
                    <a:pt x="916" y="599"/>
                    <a:pt x="887" y="599"/>
                  </a:cubicBezTo>
                  <a:close/>
                  <a:moveTo>
                    <a:pt x="2887" y="628"/>
                  </a:moveTo>
                  <a:cubicBezTo>
                    <a:pt x="2855" y="628"/>
                    <a:pt x="2826" y="618"/>
                    <a:pt x="2801" y="599"/>
                  </a:cubicBezTo>
                  <a:cubicBezTo>
                    <a:pt x="2776" y="579"/>
                    <a:pt x="2750" y="561"/>
                    <a:pt x="2726" y="544"/>
                  </a:cubicBezTo>
                  <a:cubicBezTo>
                    <a:pt x="2725" y="544"/>
                    <a:pt x="2724" y="543"/>
                    <a:pt x="2723" y="542"/>
                  </a:cubicBezTo>
                  <a:cubicBezTo>
                    <a:pt x="2698" y="525"/>
                    <a:pt x="2673" y="509"/>
                    <a:pt x="2648" y="493"/>
                  </a:cubicBezTo>
                  <a:cubicBezTo>
                    <a:pt x="2581" y="453"/>
                    <a:pt x="2561" y="365"/>
                    <a:pt x="2601" y="299"/>
                  </a:cubicBezTo>
                  <a:cubicBezTo>
                    <a:pt x="2627" y="256"/>
                    <a:pt x="2672" y="231"/>
                    <a:pt x="2722" y="231"/>
                  </a:cubicBezTo>
                  <a:cubicBezTo>
                    <a:pt x="2748" y="231"/>
                    <a:pt x="2774" y="238"/>
                    <a:pt x="2796" y="252"/>
                  </a:cubicBezTo>
                  <a:cubicBezTo>
                    <a:pt x="2826" y="270"/>
                    <a:pt x="2856" y="290"/>
                    <a:pt x="2886" y="310"/>
                  </a:cubicBezTo>
                  <a:cubicBezTo>
                    <a:pt x="2914" y="330"/>
                    <a:pt x="2943" y="351"/>
                    <a:pt x="2972" y="373"/>
                  </a:cubicBezTo>
                  <a:lnTo>
                    <a:pt x="2972" y="373"/>
                  </a:lnTo>
                  <a:cubicBezTo>
                    <a:pt x="3035" y="420"/>
                    <a:pt x="3047" y="510"/>
                    <a:pt x="2999" y="572"/>
                  </a:cubicBezTo>
                  <a:cubicBezTo>
                    <a:pt x="2972" y="607"/>
                    <a:pt x="2932" y="628"/>
                    <a:pt x="2887" y="628"/>
                  </a:cubicBezTo>
                  <a:close/>
                  <a:moveTo>
                    <a:pt x="3282" y="1009"/>
                  </a:moveTo>
                  <a:cubicBezTo>
                    <a:pt x="3240" y="1009"/>
                    <a:pt x="3200" y="990"/>
                    <a:pt x="3173" y="958"/>
                  </a:cubicBezTo>
                  <a:cubicBezTo>
                    <a:pt x="3153" y="934"/>
                    <a:pt x="3132" y="910"/>
                    <a:pt x="3111" y="886"/>
                  </a:cubicBezTo>
                  <a:cubicBezTo>
                    <a:pt x="3058" y="828"/>
                    <a:pt x="3063" y="739"/>
                    <a:pt x="3121" y="686"/>
                  </a:cubicBezTo>
                  <a:cubicBezTo>
                    <a:pt x="3147" y="663"/>
                    <a:pt x="3181" y="650"/>
                    <a:pt x="3216" y="650"/>
                  </a:cubicBezTo>
                  <a:cubicBezTo>
                    <a:pt x="3256" y="650"/>
                    <a:pt x="3295" y="667"/>
                    <a:pt x="3321" y="697"/>
                  </a:cubicBezTo>
                  <a:cubicBezTo>
                    <a:pt x="3344" y="722"/>
                    <a:pt x="3367" y="749"/>
                    <a:pt x="3390" y="776"/>
                  </a:cubicBezTo>
                  <a:lnTo>
                    <a:pt x="3390" y="776"/>
                  </a:lnTo>
                  <a:cubicBezTo>
                    <a:pt x="3440" y="835"/>
                    <a:pt x="3433" y="925"/>
                    <a:pt x="3373" y="975"/>
                  </a:cubicBezTo>
                  <a:cubicBezTo>
                    <a:pt x="3348" y="997"/>
                    <a:pt x="3315" y="1009"/>
                    <a:pt x="3282" y="1009"/>
                  </a:cubicBezTo>
                  <a:close/>
                  <a:moveTo>
                    <a:pt x="420" y="1048"/>
                  </a:moveTo>
                  <a:cubicBezTo>
                    <a:pt x="390" y="1048"/>
                    <a:pt x="361" y="1038"/>
                    <a:pt x="336" y="1020"/>
                  </a:cubicBezTo>
                  <a:cubicBezTo>
                    <a:pt x="305" y="997"/>
                    <a:pt x="286" y="964"/>
                    <a:pt x="280" y="927"/>
                  </a:cubicBezTo>
                  <a:cubicBezTo>
                    <a:pt x="275" y="889"/>
                    <a:pt x="285" y="852"/>
                    <a:pt x="307" y="822"/>
                  </a:cubicBezTo>
                  <a:cubicBezTo>
                    <a:pt x="329" y="792"/>
                    <a:pt x="351" y="764"/>
                    <a:pt x="374" y="737"/>
                  </a:cubicBezTo>
                  <a:cubicBezTo>
                    <a:pt x="396" y="710"/>
                    <a:pt x="420" y="682"/>
                    <a:pt x="444" y="656"/>
                  </a:cubicBezTo>
                  <a:cubicBezTo>
                    <a:pt x="471" y="627"/>
                    <a:pt x="509" y="611"/>
                    <a:pt x="548" y="611"/>
                  </a:cubicBezTo>
                  <a:cubicBezTo>
                    <a:pt x="584" y="611"/>
                    <a:pt x="618" y="624"/>
                    <a:pt x="644" y="648"/>
                  </a:cubicBezTo>
                  <a:cubicBezTo>
                    <a:pt x="702" y="701"/>
                    <a:pt x="705" y="791"/>
                    <a:pt x="652" y="848"/>
                  </a:cubicBezTo>
                  <a:cubicBezTo>
                    <a:pt x="632" y="870"/>
                    <a:pt x="613" y="893"/>
                    <a:pt x="593" y="916"/>
                  </a:cubicBezTo>
                  <a:lnTo>
                    <a:pt x="591" y="918"/>
                  </a:lnTo>
                  <a:cubicBezTo>
                    <a:pt x="572" y="942"/>
                    <a:pt x="552" y="966"/>
                    <a:pt x="534" y="991"/>
                  </a:cubicBezTo>
                  <a:cubicBezTo>
                    <a:pt x="507" y="1027"/>
                    <a:pt x="466" y="1048"/>
                    <a:pt x="420" y="1048"/>
                  </a:cubicBezTo>
                  <a:close/>
                  <a:moveTo>
                    <a:pt x="152" y="1633"/>
                  </a:moveTo>
                  <a:cubicBezTo>
                    <a:pt x="145" y="1633"/>
                    <a:pt x="137" y="1633"/>
                    <a:pt x="129" y="1631"/>
                  </a:cubicBezTo>
                  <a:cubicBezTo>
                    <a:pt x="52" y="1619"/>
                    <a:pt x="0" y="1546"/>
                    <a:pt x="12" y="1469"/>
                  </a:cubicBezTo>
                  <a:cubicBezTo>
                    <a:pt x="18" y="1432"/>
                    <a:pt x="27" y="1394"/>
                    <a:pt x="36" y="1357"/>
                  </a:cubicBezTo>
                  <a:cubicBezTo>
                    <a:pt x="46" y="1322"/>
                    <a:pt x="58" y="1286"/>
                    <a:pt x="71" y="1250"/>
                  </a:cubicBezTo>
                  <a:cubicBezTo>
                    <a:pt x="91" y="1195"/>
                    <a:pt x="144" y="1157"/>
                    <a:pt x="204" y="1157"/>
                  </a:cubicBezTo>
                  <a:cubicBezTo>
                    <a:pt x="220" y="1157"/>
                    <a:pt x="236" y="1160"/>
                    <a:pt x="252" y="1166"/>
                  </a:cubicBezTo>
                  <a:cubicBezTo>
                    <a:pt x="325" y="1193"/>
                    <a:pt x="363" y="1274"/>
                    <a:pt x="337" y="1347"/>
                  </a:cubicBezTo>
                  <a:cubicBezTo>
                    <a:pt x="327" y="1375"/>
                    <a:pt x="318" y="1403"/>
                    <a:pt x="310" y="1431"/>
                  </a:cubicBezTo>
                  <a:cubicBezTo>
                    <a:pt x="303" y="1459"/>
                    <a:pt x="296" y="1487"/>
                    <a:pt x="292" y="1515"/>
                  </a:cubicBezTo>
                  <a:cubicBezTo>
                    <a:pt x="280" y="1584"/>
                    <a:pt x="222" y="1633"/>
                    <a:pt x="152" y="16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27"/>
            <p:cNvSpPr/>
            <p:nvPr/>
          </p:nvSpPr>
          <p:spPr>
            <a:xfrm>
              <a:off x="8521701" y="4335463"/>
              <a:ext cx="39688" cy="44450"/>
            </a:xfrm>
            <a:custGeom>
              <a:rect b="b" l="l" r="r" t="t"/>
              <a:pathLst>
                <a:path extrusionOk="0" h="628" w="559">
                  <a:moveTo>
                    <a:pt x="36" y="252"/>
                  </a:moveTo>
                  <a:lnTo>
                    <a:pt x="36" y="252"/>
                  </a:lnTo>
                  <a:lnTo>
                    <a:pt x="36" y="252"/>
                  </a:lnTo>
                  <a:cubicBezTo>
                    <a:pt x="12" y="225"/>
                    <a:pt x="0" y="192"/>
                    <a:pt x="0" y="158"/>
                  </a:cubicBezTo>
                  <a:lnTo>
                    <a:pt x="0" y="158"/>
                  </a:lnTo>
                  <a:cubicBezTo>
                    <a:pt x="0" y="119"/>
                    <a:pt x="15" y="80"/>
                    <a:pt x="47" y="52"/>
                  </a:cubicBezTo>
                  <a:lnTo>
                    <a:pt x="47" y="52"/>
                  </a:lnTo>
                  <a:cubicBezTo>
                    <a:pt x="105" y="0"/>
                    <a:pt x="195" y="5"/>
                    <a:pt x="247" y="63"/>
                  </a:cubicBezTo>
                  <a:lnTo>
                    <a:pt x="247" y="63"/>
                  </a:lnTo>
                  <a:cubicBezTo>
                    <a:pt x="271" y="90"/>
                    <a:pt x="283" y="124"/>
                    <a:pt x="283" y="157"/>
                  </a:cubicBezTo>
                  <a:lnTo>
                    <a:pt x="283" y="157"/>
                  </a:lnTo>
                  <a:cubicBezTo>
                    <a:pt x="283" y="196"/>
                    <a:pt x="267" y="235"/>
                    <a:pt x="236" y="263"/>
                  </a:cubicBezTo>
                  <a:lnTo>
                    <a:pt x="236" y="263"/>
                  </a:lnTo>
                  <a:cubicBezTo>
                    <a:pt x="209" y="287"/>
                    <a:pt x="175" y="299"/>
                    <a:pt x="141" y="299"/>
                  </a:cubicBezTo>
                  <a:lnTo>
                    <a:pt x="141" y="299"/>
                  </a:lnTo>
                  <a:cubicBezTo>
                    <a:pt x="103" y="299"/>
                    <a:pt x="64" y="283"/>
                    <a:pt x="36" y="252"/>
                  </a:cubicBezTo>
                  <a:close/>
                  <a:moveTo>
                    <a:pt x="281" y="566"/>
                  </a:moveTo>
                  <a:lnTo>
                    <a:pt x="281" y="566"/>
                  </a:lnTo>
                  <a:lnTo>
                    <a:pt x="281" y="566"/>
                  </a:lnTo>
                  <a:cubicBezTo>
                    <a:pt x="236" y="501"/>
                    <a:pt x="253" y="413"/>
                    <a:pt x="318" y="369"/>
                  </a:cubicBezTo>
                  <a:lnTo>
                    <a:pt x="318" y="369"/>
                  </a:lnTo>
                  <a:cubicBezTo>
                    <a:pt x="382" y="325"/>
                    <a:pt x="470" y="341"/>
                    <a:pt x="514" y="406"/>
                  </a:cubicBezTo>
                  <a:lnTo>
                    <a:pt x="514" y="406"/>
                  </a:lnTo>
                  <a:cubicBezTo>
                    <a:pt x="559" y="470"/>
                    <a:pt x="542" y="558"/>
                    <a:pt x="477" y="603"/>
                  </a:cubicBezTo>
                  <a:lnTo>
                    <a:pt x="477" y="603"/>
                  </a:lnTo>
                  <a:cubicBezTo>
                    <a:pt x="453" y="620"/>
                    <a:pt x="425" y="628"/>
                    <a:pt x="398" y="628"/>
                  </a:cubicBezTo>
                  <a:lnTo>
                    <a:pt x="398" y="628"/>
                  </a:lnTo>
                  <a:cubicBezTo>
                    <a:pt x="353" y="628"/>
                    <a:pt x="308" y="606"/>
                    <a:pt x="281" y="5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descr="{&quot;Key&quot;:&quot;POWER_USER_SHAPE_ICON&quot;,&quot;Value&quot;:&quot;POWER_USER_SHAPE_ICON_STYLE_1&quot;}" id="295" name="Google Shape;295;p27"/>
          <p:cNvGrpSpPr/>
          <p:nvPr/>
        </p:nvGrpSpPr>
        <p:grpSpPr>
          <a:xfrm>
            <a:off x="1033155" y="4349422"/>
            <a:ext cx="1388072" cy="1414912"/>
            <a:chOff x="3398839" y="258763"/>
            <a:chExt cx="574675" cy="585787"/>
          </a:xfrm>
        </p:grpSpPr>
        <p:sp>
          <p:nvSpPr>
            <p:cNvPr id="296" name="Google Shape;296;p27"/>
            <p:cNvSpPr/>
            <p:nvPr/>
          </p:nvSpPr>
          <p:spPr>
            <a:xfrm>
              <a:off x="3503614" y="471488"/>
              <a:ext cx="25400" cy="360363"/>
            </a:xfrm>
            <a:custGeom>
              <a:rect b="b" l="l" r="r" t="t"/>
              <a:pathLst>
                <a:path extrusionOk="0" h="527" w="37">
                  <a:moveTo>
                    <a:pt x="19" y="0"/>
                  </a:moveTo>
                  <a:cubicBezTo>
                    <a:pt x="9" y="0"/>
                    <a:pt x="0" y="8"/>
                    <a:pt x="0" y="18"/>
                  </a:cubicBezTo>
                  <a:lnTo>
                    <a:pt x="0" y="509"/>
                  </a:lnTo>
                  <a:cubicBezTo>
                    <a:pt x="0" y="519"/>
                    <a:pt x="9" y="527"/>
                    <a:pt x="19" y="527"/>
                  </a:cubicBezTo>
                  <a:cubicBezTo>
                    <a:pt x="29" y="527"/>
                    <a:pt x="37" y="519"/>
                    <a:pt x="37" y="509"/>
                  </a:cubicBezTo>
                  <a:lnTo>
                    <a:pt x="37" y="18"/>
                  </a:lnTo>
                  <a:cubicBezTo>
                    <a:pt x="37" y="8"/>
                    <a:pt x="29" y="0"/>
                    <a:pt x="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27"/>
            <p:cNvSpPr/>
            <p:nvPr/>
          </p:nvSpPr>
          <p:spPr>
            <a:xfrm>
              <a:off x="3475039" y="258763"/>
              <a:ext cx="82550" cy="209550"/>
            </a:xfrm>
            <a:custGeom>
              <a:rect b="b" l="l" r="r" t="t"/>
              <a:pathLst>
                <a:path extrusionOk="0" h="306" w="121">
                  <a:moveTo>
                    <a:pt x="61" y="137"/>
                  </a:moveTo>
                  <a:cubicBezTo>
                    <a:pt x="77" y="158"/>
                    <a:pt x="85" y="179"/>
                    <a:pt x="84" y="200"/>
                  </a:cubicBezTo>
                  <a:cubicBezTo>
                    <a:pt x="83" y="226"/>
                    <a:pt x="71" y="247"/>
                    <a:pt x="60" y="260"/>
                  </a:cubicBezTo>
                  <a:cubicBezTo>
                    <a:pt x="50" y="247"/>
                    <a:pt x="38" y="226"/>
                    <a:pt x="37" y="200"/>
                  </a:cubicBezTo>
                  <a:cubicBezTo>
                    <a:pt x="36" y="179"/>
                    <a:pt x="44" y="158"/>
                    <a:pt x="61" y="137"/>
                  </a:cubicBezTo>
                  <a:close/>
                  <a:moveTo>
                    <a:pt x="1" y="201"/>
                  </a:moveTo>
                  <a:cubicBezTo>
                    <a:pt x="2" y="259"/>
                    <a:pt x="47" y="299"/>
                    <a:pt x="48" y="301"/>
                  </a:cubicBezTo>
                  <a:cubicBezTo>
                    <a:pt x="52" y="304"/>
                    <a:pt x="56" y="306"/>
                    <a:pt x="61" y="306"/>
                  </a:cubicBezTo>
                  <a:cubicBezTo>
                    <a:pt x="65" y="306"/>
                    <a:pt x="69" y="304"/>
                    <a:pt x="73" y="301"/>
                  </a:cubicBezTo>
                  <a:cubicBezTo>
                    <a:pt x="74" y="299"/>
                    <a:pt x="119" y="259"/>
                    <a:pt x="120" y="201"/>
                  </a:cubicBezTo>
                  <a:cubicBezTo>
                    <a:pt x="121" y="167"/>
                    <a:pt x="107" y="133"/>
                    <a:pt x="79" y="103"/>
                  </a:cubicBezTo>
                  <a:lnTo>
                    <a:pt x="79" y="18"/>
                  </a:lnTo>
                  <a:cubicBezTo>
                    <a:pt x="79" y="8"/>
                    <a:pt x="71" y="0"/>
                    <a:pt x="61" y="0"/>
                  </a:cubicBezTo>
                  <a:cubicBezTo>
                    <a:pt x="51" y="0"/>
                    <a:pt x="42" y="8"/>
                    <a:pt x="42" y="18"/>
                  </a:cubicBezTo>
                  <a:lnTo>
                    <a:pt x="42" y="103"/>
                  </a:lnTo>
                  <a:cubicBezTo>
                    <a:pt x="14" y="133"/>
                    <a:pt x="0" y="167"/>
                    <a:pt x="1" y="2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27"/>
            <p:cNvSpPr/>
            <p:nvPr/>
          </p:nvSpPr>
          <p:spPr>
            <a:xfrm>
              <a:off x="3525839" y="355600"/>
              <a:ext cx="106363" cy="171450"/>
            </a:xfrm>
            <a:custGeom>
              <a:rect b="b" l="l" r="r" t="t"/>
              <a:pathLst>
                <a:path extrusionOk="0" h="250" w="155">
                  <a:moveTo>
                    <a:pt x="61" y="146"/>
                  </a:moveTo>
                  <a:cubicBezTo>
                    <a:pt x="73" y="128"/>
                    <a:pt x="91" y="115"/>
                    <a:pt x="116" y="106"/>
                  </a:cubicBezTo>
                  <a:cubicBezTo>
                    <a:pt x="122" y="173"/>
                    <a:pt x="78" y="200"/>
                    <a:pt x="48" y="210"/>
                  </a:cubicBezTo>
                  <a:cubicBezTo>
                    <a:pt x="47" y="193"/>
                    <a:pt x="48" y="168"/>
                    <a:pt x="61" y="146"/>
                  </a:cubicBezTo>
                  <a:close/>
                  <a:moveTo>
                    <a:pt x="33" y="250"/>
                  </a:moveTo>
                  <a:cubicBezTo>
                    <a:pt x="34" y="250"/>
                    <a:pt x="35" y="250"/>
                    <a:pt x="36" y="250"/>
                  </a:cubicBezTo>
                  <a:cubicBezTo>
                    <a:pt x="36" y="250"/>
                    <a:pt x="38" y="250"/>
                    <a:pt x="42" y="249"/>
                  </a:cubicBezTo>
                  <a:cubicBezTo>
                    <a:pt x="55" y="246"/>
                    <a:pt x="87" y="237"/>
                    <a:pt x="114" y="212"/>
                  </a:cubicBezTo>
                  <a:cubicBezTo>
                    <a:pt x="134" y="193"/>
                    <a:pt x="155" y="161"/>
                    <a:pt x="152" y="110"/>
                  </a:cubicBezTo>
                  <a:cubicBezTo>
                    <a:pt x="152" y="109"/>
                    <a:pt x="152" y="108"/>
                    <a:pt x="152" y="107"/>
                  </a:cubicBezTo>
                  <a:lnTo>
                    <a:pt x="152" y="18"/>
                  </a:lnTo>
                  <a:cubicBezTo>
                    <a:pt x="152" y="8"/>
                    <a:pt x="144" y="0"/>
                    <a:pt x="134" y="0"/>
                  </a:cubicBezTo>
                  <a:cubicBezTo>
                    <a:pt x="124" y="0"/>
                    <a:pt x="116" y="8"/>
                    <a:pt x="116" y="18"/>
                  </a:cubicBezTo>
                  <a:lnTo>
                    <a:pt x="116" y="68"/>
                  </a:lnTo>
                  <a:cubicBezTo>
                    <a:pt x="77" y="79"/>
                    <a:pt x="48" y="98"/>
                    <a:pt x="30" y="127"/>
                  </a:cubicBezTo>
                  <a:cubicBezTo>
                    <a:pt x="0" y="177"/>
                    <a:pt x="15" y="234"/>
                    <a:pt x="16" y="237"/>
                  </a:cubicBezTo>
                  <a:cubicBezTo>
                    <a:pt x="18" y="245"/>
                    <a:pt x="25" y="250"/>
                    <a:pt x="33" y="25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27"/>
            <p:cNvSpPr/>
            <p:nvPr/>
          </p:nvSpPr>
          <p:spPr>
            <a:xfrm>
              <a:off x="3525839" y="508000"/>
              <a:ext cx="112713" cy="127000"/>
            </a:xfrm>
            <a:custGeom>
              <a:rect b="b" l="l" r="r" t="t"/>
              <a:pathLst>
                <a:path extrusionOk="0" h="186" w="163">
                  <a:moveTo>
                    <a:pt x="62" y="82"/>
                  </a:moveTo>
                  <a:cubicBezTo>
                    <a:pt x="73" y="64"/>
                    <a:pt x="91" y="51"/>
                    <a:pt x="116" y="43"/>
                  </a:cubicBezTo>
                  <a:cubicBezTo>
                    <a:pt x="122" y="109"/>
                    <a:pt x="78" y="136"/>
                    <a:pt x="48" y="146"/>
                  </a:cubicBezTo>
                  <a:cubicBezTo>
                    <a:pt x="47" y="129"/>
                    <a:pt x="48" y="104"/>
                    <a:pt x="62" y="82"/>
                  </a:cubicBezTo>
                  <a:close/>
                  <a:moveTo>
                    <a:pt x="33" y="186"/>
                  </a:moveTo>
                  <a:cubicBezTo>
                    <a:pt x="34" y="186"/>
                    <a:pt x="35" y="186"/>
                    <a:pt x="36" y="186"/>
                  </a:cubicBezTo>
                  <a:cubicBezTo>
                    <a:pt x="36" y="186"/>
                    <a:pt x="38" y="186"/>
                    <a:pt x="42" y="185"/>
                  </a:cubicBezTo>
                  <a:cubicBezTo>
                    <a:pt x="55" y="182"/>
                    <a:pt x="87" y="173"/>
                    <a:pt x="114" y="148"/>
                  </a:cubicBezTo>
                  <a:cubicBezTo>
                    <a:pt x="137" y="126"/>
                    <a:pt x="163" y="85"/>
                    <a:pt x="148" y="16"/>
                  </a:cubicBezTo>
                  <a:cubicBezTo>
                    <a:pt x="146" y="6"/>
                    <a:pt x="137" y="0"/>
                    <a:pt x="127" y="2"/>
                  </a:cubicBezTo>
                  <a:cubicBezTo>
                    <a:pt x="82" y="11"/>
                    <a:pt x="50" y="32"/>
                    <a:pt x="30" y="63"/>
                  </a:cubicBezTo>
                  <a:cubicBezTo>
                    <a:pt x="0" y="113"/>
                    <a:pt x="15" y="171"/>
                    <a:pt x="16" y="173"/>
                  </a:cubicBezTo>
                  <a:cubicBezTo>
                    <a:pt x="18" y="181"/>
                    <a:pt x="25" y="186"/>
                    <a:pt x="33" y="186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27"/>
            <p:cNvSpPr/>
            <p:nvPr/>
          </p:nvSpPr>
          <p:spPr>
            <a:xfrm>
              <a:off x="3525839" y="614363"/>
              <a:ext cx="107950" cy="128588"/>
            </a:xfrm>
            <a:custGeom>
              <a:rect b="b" l="l" r="r" t="t"/>
              <a:pathLst>
                <a:path extrusionOk="0" h="187" w="158">
                  <a:moveTo>
                    <a:pt x="101" y="108"/>
                  </a:moveTo>
                  <a:cubicBezTo>
                    <a:pt x="86" y="129"/>
                    <a:pt x="64" y="140"/>
                    <a:pt x="48" y="146"/>
                  </a:cubicBezTo>
                  <a:cubicBezTo>
                    <a:pt x="47" y="129"/>
                    <a:pt x="48" y="104"/>
                    <a:pt x="61" y="82"/>
                  </a:cubicBezTo>
                  <a:cubicBezTo>
                    <a:pt x="73" y="64"/>
                    <a:pt x="91" y="51"/>
                    <a:pt x="116" y="43"/>
                  </a:cubicBezTo>
                  <a:cubicBezTo>
                    <a:pt x="118" y="69"/>
                    <a:pt x="113" y="91"/>
                    <a:pt x="101" y="108"/>
                  </a:cubicBezTo>
                  <a:close/>
                  <a:moveTo>
                    <a:pt x="127" y="2"/>
                  </a:moveTo>
                  <a:cubicBezTo>
                    <a:pt x="82" y="11"/>
                    <a:pt x="50" y="32"/>
                    <a:pt x="30" y="63"/>
                  </a:cubicBezTo>
                  <a:cubicBezTo>
                    <a:pt x="0" y="113"/>
                    <a:pt x="15" y="171"/>
                    <a:pt x="16" y="173"/>
                  </a:cubicBezTo>
                  <a:cubicBezTo>
                    <a:pt x="18" y="181"/>
                    <a:pt x="25" y="187"/>
                    <a:pt x="33" y="187"/>
                  </a:cubicBezTo>
                  <a:cubicBezTo>
                    <a:pt x="34" y="187"/>
                    <a:pt x="35" y="186"/>
                    <a:pt x="36" y="186"/>
                  </a:cubicBezTo>
                  <a:cubicBezTo>
                    <a:pt x="38" y="186"/>
                    <a:pt x="97" y="177"/>
                    <a:pt x="131" y="129"/>
                  </a:cubicBezTo>
                  <a:cubicBezTo>
                    <a:pt x="152" y="99"/>
                    <a:pt x="158" y="61"/>
                    <a:pt x="148" y="16"/>
                  </a:cubicBezTo>
                  <a:cubicBezTo>
                    <a:pt x="146" y="6"/>
                    <a:pt x="137" y="0"/>
                    <a:pt x="127" y="2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27"/>
            <p:cNvSpPr/>
            <p:nvPr/>
          </p:nvSpPr>
          <p:spPr>
            <a:xfrm>
              <a:off x="3402014" y="355600"/>
              <a:ext cx="104775" cy="171450"/>
            </a:xfrm>
            <a:custGeom>
              <a:rect b="b" l="l" r="r" t="t"/>
              <a:pathLst>
                <a:path extrusionOk="0" h="250" w="154">
                  <a:moveTo>
                    <a:pt x="106" y="209"/>
                  </a:moveTo>
                  <a:cubicBezTo>
                    <a:pt x="90" y="204"/>
                    <a:pt x="68" y="193"/>
                    <a:pt x="53" y="172"/>
                  </a:cubicBezTo>
                  <a:cubicBezTo>
                    <a:pt x="41" y="154"/>
                    <a:pt x="36" y="132"/>
                    <a:pt x="39" y="106"/>
                  </a:cubicBezTo>
                  <a:cubicBezTo>
                    <a:pt x="63" y="115"/>
                    <a:pt x="81" y="128"/>
                    <a:pt x="93" y="146"/>
                  </a:cubicBezTo>
                  <a:cubicBezTo>
                    <a:pt x="106" y="168"/>
                    <a:pt x="107" y="193"/>
                    <a:pt x="106" y="209"/>
                  </a:cubicBezTo>
                  <a:close/>
                  <a:moveTo>
                    <a:pt x="38" y="68"/>
                  </a:moveTo>
                  <a:lnTo>
                    <a:pt x="38" y="18"/>
                  </a:lnTo>
                  <a:cubicBezTo>
                    <a:pt x="38" y="8"/>
                    <a:pt x="30" y="0"/>
                    <a:pt x="20" y="0"/>
                  </a:cubicBezTo>
                  <a:cubicBezTo>
                    <a:pt x="10" y="0"/>
                    <a:pt x="2" y="8"/>
                    <a:pt x="2" y="18"/>
                  </a:cubicBezTo>
                  <a:lnTo>
                    <a:pt x="2" y="107"/>
                  </a:lnTo>
                  <a:cubicBezTo>
                    <a:pt x="2" y="108"/>
                    <a:pt x="2" y="109"/>
                    <a:pt x="2" y="110"/>
                  </a:cubicBezTo>
                  <a:cubicBezTo>
                    <a:pt x="0" y="142"/>
                    <a:pt x="7" y="170"/>
                    <a:pt x="24" y="193"/>
                  </a:cubicBezTo>
                  <a:cubicBezTo>
                    <a:pt x="57" y="241"/>
                    <a:pt x="116" y="250"/>
                    <a:pt x="118" y="250"/>
                  </a:cubicBezTo>
                  <a:cubicBezTo>
                    <a:pt x="119" y="250"/>
                    <a:pt x="120" y="250"/>
                    <a:pt x="121" y="250"/>
                  </a:cubicBezTo>
                  <a:cubicBezTo>
                    <a:pt x="129" y="250"/>
                    <a:pt x="136" y="245"/>
                    <a:pt x="138" y="237"/>
                  </a:cubicBezTo>
                  <a:cubicBezTo>
                    <a:pt x="139" y="234"/>
                    <a:pt x="154" y="177"/>
                    <a:pt x="124" y="127"/>
                  </a:cubicBezTo>
                  <a:cubicBezTo>
                    <a:pt x="106" y="98"/>
                    <a:pt x="77" y="79"/>
                    <a:pt x="38" y="6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27"/>
            <p:cNvSpPr/>
            <p:nvPr/>
          </p:nvSpPr>
          <p:spPr>
            <a:xfrm>
              <a:off x="3398839" y="508000"/>
              <a:ext cx="107950" cy="127000"/>
            </a:xfrm>
            <a:custGeom>
              <a:rect b="b" l="l" r="r" t="t"/>
              <a:pathLst>
                <a:path extrusionOk="0" h="185" w="157">
                  <a:moveTo>
                    <a:pt x="109" y="145"/>
                  </a:moveTo>
                  <a:cubicBezTo>
                    <a:pt x="93" y="139"/>
                    <a:pt x="71" y="128"/>
                    <a:pt x="56" y="107"/>
                  </a:cubicBezTo>
                  <a:cubicBezTo>
                    <a:pt x="44" y="89"/>
                    <a:pt x="39" y="67"/>
                    <a:pt x="42" y="42"/>
                  </a:cubicBezTo>
                  <a:cubicBezTo>
                    <a:pt x="66" y="50"/>
                    <a:pt x="84" y="63"/>
                    <a:pt x="96" y="81"/>
                  </a:cubicBezTo>
                  <a:cubicBezTo>
                    <a:pt x="109" y="103"/>
                    <a:pt x="110" y="128"/>
                    <a:pt x="109" y="145"/>
                  </a:cubicBezTo>
                  <a:close/>
                  <a:moveTo>
                    <a:pt x="30" y="1"/>
                  </a:moveTo>
                  <a:cubicBezTo>
                    <a:pt x="26" y="0"/>
                    <a:pt x="21" y="1"/>
                    <a:pt x="17" y="4"/>
                  </a:cubicBezTo>
                  <a:cubicBezTo>
                    <a:pt x="13" y="6"/>
                    <a:pt x="10" y="10"/>
                    <a:pt x="9" y="15"/>
                  </a:cubicBezTo>
                  <a:cubicBezTo>
                    <a:pt x="0" y="60"/>
                    <a:pt x="6" y="98"/>
                    <a:pt x="27" y="128"/>
                  </a:cubicBezTo>
                  <a:cubicBezTo>
                    <a:pt x="60" y="176"/>
                    <a:pt x="119" y="185"/>
                    <a:pt x="121" y="185"/>
                  </a:cubicBezTo>
                  <a:cubicBezTo>
                    <a:pt x="122" y="185"/>
                    <a:pt x="123" y="185"/>
                    <a:pt x="124" y="185"/>
                  </a:cubicBezTo>
                  <a:cubicBezTo>
                    <a:pt x="132" y="185"/>
                    <a:pt x="139" y="180"/>
                    <a:pt x="141" y="172"/>
                  </a:cubicBezTo>
                  <a:cubicBezTo>
                    <a:pt x="142" y="170"/>
                    <a:pt x="157" y="112"/>
                    <a:pt x="127" y="62"/>
                  </a:cubicBezTo>
                  <a:cubicBezTo>
                    <a:pt x="107" y="31"/>
                    <a:pt x="75" y="10"/>
                    <a:pt x="30" y="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27"/>
            <p:cNvSpPr/>
            <p:nvPr/>
          </p:nvSpPr>
          <p:spPr>
            <a:xfrm>
              <a:off x="3398839" y="614363"/>
              <a:ext cx="107950" cy="128588"/>
            </a:xfrm>
            <a:custGeom>
              <a:rect b="b" l="l" r="r" t="t"/>
              <a:pathLst>
                <a:path extrusionOk="0" h="187" w="157">
                  <a:moveTo>
                    <a:pt x="109" y="146"/>
                  </a:moveTo>
                  <a:cubicBezTo>
                    <a:pt x="93" y="140"/>
                    <a:pt x="71" y="129"/>
                    <a:pt x="56" y="108"/>
                  </a:cubicBezTo>
                  <a:cubicBezTo>
                    <a:pt x="44" y="91"/>
                    <a:pt x="39" y="69"/>
                    <a:pt x="42" y="43"/>
                  </a:cubicBezTo>
                  <a:cubicBezTo>
                    <a:pt x="66" y="51"/>
                    <a:pt x="84" y="64"/>
                    <a:pt x="96" y="82"/>
                  </a:cubicBezTo>
                  <a:cubicBezTo>
                    <a:pt x="109" y="104"/>
                    <a:pt x="110" y="129"/>
                    <a:pt x="109" y="146"/>
                  </a:cubicBezTo>
                  <a:close/>
                  <a:moveTo>
                    <a:pt x="30" y="2"/>
                  </a:moveTo>
                  <a:cubicBezTo>
                    <a:pt x="21" y="0"/>
                    <a:pt x="11" y="6"/>
                    <a:pt x="9" y="16"/>
                  </a:cubicBezTo>
                  <a:cubicBezTo>
                    <a:pt x="0" y="61"/>
                    <a:pt x="6" y="99"/>
                    <a:pt x="27" y="129"/>
                  </a:cubicBezTo>
                  <a:cubicBezTo>
                    <a:pt x="60" y="177"/>
                    <a:pt x="119" y="186"/>
                    <a:pt x="121" y="186"/>
                  </a:cubicBezTo>
                  <a:cubicBezTo>
                    <a:pt x="122" y="186"/>
                    <a:pt x="123" y="187"/>
                    <a:pt x="124" y="187"/>
                  </a:cubicBezTo>
                  <a:cubicBezTo>
                    <a:pt x="132" y="187"/>
                    <a:pt x="139" y="181"/>
                    <a:pt x="141" y="173"/>
                  </a:cubicBezTo>
                  <a:cubicBezTo>
                    <a:pt x="142" y="171"/>
                    <a:pt x="157" y="113"/>
                    <a:pt x="127" y="63"/>
                  </a:cubicBezTo>
                  <a:cubicBezTo>
                    <a:pt x="107" y="32"/>
                    <a:pt x="75" y="11"/>
                    <a:pt x="30" y="2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27"/>
            <p:cNvSpPr/>
            <p:nvPr/>
          </p:nvSpPr>
          <p:spPr>
            <a:xfrm>
              <a:off x="3703639" y="498475"/>
              <a:ext cx="136525" cy="346075"/>
            </a:xfrm>
            <a:custGeom>
              <a:rect b="b" l="l" r="r" t="t"/>
              <a:pathLst>
                <a:path extrusionOk="0" h="504" w="199">
                  <a:moveTo>
                    <a:pt x="184" y="4"/>
                  </a:moveTo>
                  <a:cubicBezTo>
                    <a:pt x="175" y="0"/>
                    <a:pt x="164" y="5"/>
                    <a:pt x="161" y="15"/>
                  </a:cubicBezTo>
                  <a:lnTo>
                    <a:pt x="4" y="480"/>
                  </a:lnTo>
                  <a:cubicBezTo>
                    <a:pt x="0" y="489"/>
                    <a:pt x="5" y="500"/>
                    <a:pt x="15" y="503"/>
                  </a:cubicBezTo>
                  <a:cubicBezTo>
                    <a:pt x="17" y="504"/>
                    <a:pt x="19" y="504"/>
                    <a:pt x="21" y="504"/>
                  </a:cubicBezTo>
                  <a:cubicBezTo>
                    <a:pt x="28" y="504"/>
                    <a:pt x="35" y="499"/>
                    <a:pt x="38" y="491"/>
                  </a:cubicBezTo>
                  <a:lnTo>
                    <a:pt x="196" y="27"/>
                  </a:lnTo>
                  <a:cubicBezTo>
                    <a:pt x="199" y="17"/>
                    <a:pt x="194" y="7"/>
                    <a:pt x="184" y="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27"/>
            <p:cNvSpPr/>
            <p:nvPr/>
          </p:nvSpPr>
          <p:spPr>
            <a:xfrm>
              <a:off x="3833814" y="423863"/>
              <a:ext cx="139700" cy="142875"/>
            </a:xfrm>
            <a:custGeom>
              <a:rect b="b" l="l" r="r" t="t"/>
              <a:pathLst>
                <a:path extrusionOk="0" h="210" w="204">
                  <a:moveTo>
                    <a:pt x="40" y="174"/>
                  </a:moveTo>
                  <a:cubicBezTo>
                    <a:pt x="47" y="147"/>
                    <a:pt x="68" y="98"/>
                    <a:pt x="136" y="98"/>
                  </a:cubicBezTo>
                  <a:lnTo>
                    <a:pt x="137" y="98"/>
                  </a:lnTo>
                  <a:cubicBezTo>
                    <a:pt x="122" y="160"/>
                    <a:pt x="77" y="174"/>
                    <a:pt x="40" y="174"/>
                  </a:cubicBezTo>
                  <a:close/>
                  <a:moveTo>
                    <a:pt x="189" y="3"/>
                  </a:moveTo>
                  <a:cubicBezTo>
                    <a:pt x="180" y="0"/>
                    <a:pt x="169" y="5"/>
                    <a:pt x="166" y="15"/>
                  </a:cubicBezTo>
                  <a:lnTo>
                    <a:pt x="150" y="62"/>
                  </a:lnTo>
                  <a:cubicBezTo>
                    <a:pt x="145" y="62"/>
                    <a:pt x="140" y="62"/>
                    <a:pt x="136" y="62"/>
                  </a:cubicBezTo>
                  <a:cubicBezTo>
                    <a:pt x="70" y="62"/>
                    <a:pt x="37" y="97"/>
                    <a:pt x="20" y="126"/>
                  </a:cubicBezTo>
                  <a:cubicBezTo>
                    <a:pt x="3" y="157"/>
                    <a:pt x="1" y="188"/>
                    <a:pt x="1" y="190"/>
                  </a:cubicBezTo>
                  <a:cubicBezTo>
                    <a:pt x="0" y="199"/>
                    <a:pt x="6" y="207"/>
                    <a:pt x="15" y="209"/>
                  </a:cubicBezTo>
                  <a:cubicBezTo>
                    <a:pt x="15" y="209"/>
                    <a:pt x="17" y="209"/>
                    <a:pt x="21" y="209"/>
                  </a:cubicBezTo>
                  <a:cubicBezTo>
                    <a:pt x="25" y="210"/>
                    <a:pt x="31" y="210"/>
                    <a:pt x="39" y="210"/>
                  </a:cubicBezTo>
                  <a:lnTo>
                    <a:pt x="39" y="210"/>
                  </a:lnTo>
                  <a:cubicBezTo>
                    <a:pt x="72" y="210"/>
                    <a:pt x="147" y="200"/>
                    <a:pt x="171" y="113"/>
                  </a:cubicBezTo>
                  <a:cubicBezTo>
                    <a:pt x="171" y="112"/>
                    <a:pt x="171" y="112"/>
                    <a:pt x="172" y="111"/>
                  </a:cubicBezTo>
                  <a:lnTo>
                    <a:pt x="200" y="26"/>
                  </a:lnTo>
                  <a:cubicBezTo>
                    <a:pt x="204" y="17"/>
                    <a:pt x="199" y="7"/>
                    <a:pt x="189" y="3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27"/>
            <p:cNvSpPr/>
            <p:nvPr/>
          </p:nvSpPr>
          <p:spPr>
            <a:xfrm>
              <a:off x="3803651" y="298450"/>
              <a:ext cx="104775" cy="200025"/>
            </a:xfrm>
            <a:custGeom>
              <a:rect b="b" l="l" r="r" t="t"/>
              <a:pathLst>
                <a:path extrusionOk="0" h="293" w="153">
                  <a:moveTo>
                    <a:pt x="52" y="185"/>
                  </a:moveTo>
                  <a:cubicBezTo>
                    <a:pt x="58" y="164"/>
                    <a:pt x="72" y="147"/>
                    <a:pt x="94" y="133"/>
                  </a:cubicBezTo>
                  <a:cubicBezTo>
                    <a:pt x="103" y="158"/>
                    <a:pt x="104" y="180"/>
                    <a:pt x="96" y="200"/>
                  </a:cubicBezTo>
                  <a:cubicBezTo>
                    <a:pt x="87" y="224"/>
                    <a:pt x="68" y="240"/>
                    <a:pt x="54" y="250"/>
                  </a:cubicBezTo>
                  <a:cubicBezTo>
                    <a:pt x="49" y="234"/>
                    <a:pt x="44" y="209"/>
                    <a:pt x="52" y="185"/>
                  </a:cubicBezTo>
                  <a:close/>
                  <a:moveTo>
                    <a:pt x="46" y="293"/>
                  </a:moveTo>
                  <a:cubicBezTo>
                    <a:pt x="48" y="293"/>
                    <a:pt x="50" y="293"/>
                    <a:pt x="53" y="292"/>
                  </a:cubicBezTo>
                  <a:cubicBezTo>
                    <a:pt x="55" y="291"/>
                    <a:pt x="110" y="267"/>
                    <a:pt x="130" y="213"/>
                  </a:cubicBezTo>
                  <a:cubicBezTo>
                    <a:pt x="142" y="180"/>
                    <a:pt x="140" y="145"/>
                    <a:pt x="122" y="106"/>
                  </a:cubicBezTo>
                  <a:lnTo>
                    <a:pt x="149" y="26"/>
                  </a:lnTo>
                  <a:cubicBezTo>
                    <a:pt x="153" y="17"/>
                    <a:pt x="147" y="6"/>
                    <a:pt x="138" y="3"/>
                  </a:cubicBezTo>
                  <a:cubicBezTo>
                    <a:pt x="129" y="0"/>
                    <a:pt x="118" y="5"/>
                    <a:pt x="115" y="15"/>
                  </a:cubicBezTo>
                  <a:lnTo>
                    <a:pt x="88" y="95"/>
                  </a:lnTo>
                  <a:cubicBezTo>
                    <a:pt x="51" y="114"/>
                    <a:pt x="27" y="141"/>
                    <a:pt x="17" y="174"/>
                  </a:cubicBezTo>
                  <a:cubicBezTo>
                    <a:pt x="0" y="230"/>
                    <a:pt x="29" y="282"/>
                    <a:pt x="30" y="284"/>
                  </a:cubicBezTo>
                  <a:cubicBezTo>
                    <a:pt x="33" y="290"/>
                    <a:pt x="39" y="293"/>
                    <a:pt x="46" y="293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27"/>
            <p:cNvSpPr/>
            <p:nvPr/>
          </p:nvSpPr>
          <p:spPr>
            <a:xfrm>
              <a:off x="3800476" y="568325"/>
              <a:ext cx="120650" cy="100013"/>
            </a:xfrm>
            <a:custGeom>
              <a:rect b="b" l="l" r="r" t="t"/>
              <a:pathLst>
                <a:path extrusionOk="0" h="148" w="177">
                  <a:moveTo>
                    <a:pt x="40" y="112"/>
                  </a:moveTo>
                  <a:cubicBezTo>
                    <a:pt x="46" y="85"/>
                    <a:pt x="68" y="36"/>
                    <a:pt x="136" y="36"/>
                  </a:cubicBezTo>
                  <a:lnTo>
                    <a:pt x="137" y="36"/>
                  </a:lnTo>
                  <a:cubicBezTo>
                    <a:pt x="122" y="98"/>
                    <a:pt x="77" y="112"/>
                    <a:pt x="40" y="112"/>
                  </a:cubicBezTo>
                  <a:close/>
                  <a:moveTo>
                    <a:pt x="160" y="1"/>
                  </a:moveTo>
                  <a:cubicBezTo>
                    <a:pt x="152" y="0"/>
                    <a:pt x="143" y="0"/>
                    <a:pt x="136" y="0"/>
                  </a:cubicBezTo>
                  <a:cubicBezTo>
                    <a:pt x="70" y="0"/>
                    <a:pt x="36" y="35"/>
                    <a:pt x="20" y="64"/>
                  </a:cubicBezTo>
                  <a:cubicBezTo>
                    <a:pt x="2" y="95"/>
                    <a:pt x="0" y="126"/>
                    <a:pt x="0" y="127"/>
                  </a:cubicBezTo>
                  <a:cubicBezTo>
                    <a:pt x="0" y="136"/>
                    <a:pt x="6" y="145"/>
                    <a:pt x="15" y="146"/>
                  </a:cubicBezTo>
                  <a:cubicBezTo>
                    <a:pt x="15" y="146"/>
                    <a:pt x="17" y="147"/>
                    <a:pt x="21" y="147"/>
                  </a:cubicBezTo>
                  <a:cubicBezTo>
                    <a:pt x="25" y="148"/>
                    <a:pt x="31" y="148"/>
                    <a:pt x="39" y="148"/>
                  </a:cubicBezTo>
                  <a:lnTo>
                    <a:pt x="39" y="148"/>
                  </a:lnTo>
                  <a:cubicBezTo>
                    <a:pt x="75" y="148"/>
                    <a:pt x="162" y="136"/>
                    <a:pt x="176" y="21"/>
                  </a:cubicBezTo>
                  <a:cubicBezTo>
                    <a:pt x="177" y="11"/>
                    <a:pt x="170" y="2"/>
                    <a:pt x="160" y="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27"/>
            <p:cNvSpPr/>
            <p:nvPr/>
          </p:nvSpPr>
          <p:spPr>
            <a:xfrm>
              <a:off x="3765551" y="668338"/>
              <a:ext cx="120650" cy="103188"/>
            </a:xfrm>
            <a:custGeom>
              <a:rect b="b" l="l" r="r" t="t"/>
              <a:pathLst>
                <a:path extrusionOk="0" h="149" w="178">
                  <a:moveTo>
                    <a:pt x="40" y="113"/>
                  </a:moveTo>
                  <a:cubicBezTo>
                    <a:pt x="47" y="85"/>
                    <a:pt x="69" y="37"/>
                    <a:pt x="136" y="37"/>
                  </a:cubicBezTo>
                  <a:lnTo>
                    <a:pt x="137" y="37"/>
                  </a:lnTo>
                  <a:cubicBezTo>
                    <a:pt x="122" y="98"/>
                    <a:pt x="77" y="112"/>
                    <a:pt x="40" y="113"/>
                  </a:cubicBezTo>
                  <a:close/>
                  <a:moveTo>
                    <a:pt x="161" y="2"/>
                  </a:moveTo>
                  <a:cubicBezTo>
                    <a:pt x="152" y="1"/>
                    <a:pt x="144" y="0"/>
                    <a:pt x="136" y="0"/>
                  </a:cubicBezTo>
                  <a:cubicBezTo>
                    <a:pt x="70" y="0"/>
                    <a:pt x="37" y="36"/>
                    <a:pt x="20" y="65"/>
                  </a:cubicBezTo>
                  <a:cubicBezTo>
                    <a:pt x="3" y="96"/>
                    <a:pt x="1" y="127"/>
                    <a:pt x="1" y="128"/>
                  </a:cubicBezTo>
                  <a:cubicBezTo>
                    <a:pt x="0" y="137"/>
                    <a:pt x="7" y="145"/>
                    <a:pt x="16" y="147"/>
                  </a:cubicBezTo>
                  <a:cubicBezTo>
                    <a:pt x="17" y="147"/>
                    <a:pt x="26" y="149"/>
                    <a:pt x="39" y="149"/>
                  </a:cubicBezTo>
                  <a:lnTo>
                    <a:pt x="39" y="149"/>
                  </a:lnTo>
                  <a:cubicBezTo>
                    <a:pt x="76" y="149"/>
                    <a:pt x="163" y="137"/>
                    <a:pt x="177" y="22"/>
                  </a:cubicBezTo>
                  <a:cubicBezTo>
                    <a:pt x="178" y="12"/>
                    <a:pt x="171" y="3"/>
                    <a:pt x="161" y="2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27"/>
            <p:cNvSpPr/>
            <p:nvPr/>
          </p:nvSpPr>
          <p:spPr>
            <a:xfrm>
              <a:off x="3725864" y="358775"/>
              <a:ext cx="93663" cy="185738"/>
            </a:xfrm>
            <a:custGeom>
              <a:rect b="b" l="l" r="r" t="t"/>
              <a:pathLst>
                <a:path extrusionOk="0" h="273" w="137">
                  <a:moveTo>
                    <a:pt x="88" y="164"/>
                  </a:moveTo>
                  <a:cubicBezTo>
                    <a:pt x="94" y="189"/>
                    <a:pt x="87" y="214"/>
                    <a:pt x="81" y="229"/>
                  </a:cubicBezTo>
                  <a:cubicBezTo>
                    <a:pt x="68" y="219"/>
                    <a:pt x="50" y="201"/>
                    <a:pt x="43" y="176"/>
                  </a:cubicBezTo>
                  <a:cubicBezTo>
                    <a:pt x="37" y="156"/>
                    <a:pt x="39" y="133"/>
                    <a:pt x="50" y="110"/>
                  </a:cubicBezTo>
                  <a:cubicBezTo>
                    <a:pt x="71" y="125"/>
                    <a:pt x="84" y="144"/>
                    <a:pt x="88" y="164"/>
                  </a:cubicBezTo>
                  <a:close/>
                  <a:moveTo>
                    <a:pt x="8" y="187"/>
                  </a:moveTo>
                  <a:cubicBezTo>
                    <a:pt x="24" y="243"/>
                    <a:pt x="77" y="270"/>
                    <a:pt x="79" y="271"/>
                  </a:cubicBezTo>
                  <a:cubicBezTo>
                    <a:pt x="82" y="273"/>
                    <a:pt x="85" y="273"/>
                    <a:pt x="87" y="273"/>
                  </a:cubicBezTo>
                  <a:cubicBezTo>
                    <a:pt x="93" y="273"/>
                    <a:pt x="99" y="270"/>
                    <a:pt x="103" y="265"/>
                  </a:cubicBezTo>
                  <a:cubicBezTo>
                    <a:pt x="104" y="263"/>
                    <a:pt x="137" y="213"/>
                    <a:pt x="124" y="157"/>
                  </a:cubicBezTo>
                  <a:cubicBezTo>
                    <a:pt x="116" y="124"/>
                    <a:pt x="95" y="96"/>
                    <a:pt x="61" y="73"/>
                  </a:cubicBezTo>
                  <a:lnTo>
                    <a:pt x="78" y="26"/>
                  </a:lnTo>
                  <a:cubicBezTo>
                    <a:pt x="81" y="16"/>
                    <a:pt x="76" y="6"/>
                    <a:pt x="66" y="3"/>
                  </a:cubicBezTo>
                  <a:cubicBezTo>
                    <a:pt x="57" y="0"/>
                    <a:pt x="46" y="5"/>
                    <a:pt x="43" y="14"/>
                  </a:cubicBezTo>
                  <a:lnTo>
                    <a:pt x="15" y="99"/>
                  </a:lnTo>
                  <a:cubicBezTo>
                    <a:pt x="14" y="100"/>
                    <a:pt x="14" y="100"/>
                    <a:pt x="14" y="101"/>
                  </a:cubicBezTo>
                  <a:cubicBezTo>
                    <a:pt x="2" y="131"/>
                    <a:pt x="0" y="160"/>
                    <a:pt x="8" y="18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27"/>
            <p:cNvSpPr/>
            <p:nvPr/>
          </p:nvSpPr>
          <p:spPr>
            <a:xfrm>
              <a:off x="3689351" y="504825"/>
              <a:ext cx="95250" cy="142875"/>
            </a:xfrm>
            <a:custGeom>
              <a:rect b="b" l="l" r="r" t="t"/>
              <a:pathLst>
                <a:path extrusionOk="0" h="209" w="139">
                  <a:moveTo>
                    <a:pt x="52" y="45"/>
                  </a:moveTo>
                  <a:cubicBezTo>
                    <a:pt x="73" y="61"/>
                    <a:pt x="86" y="79"/>
                    <a:pt x="91" y="100"/>
                  </a:cubicBezTo>
                  <a:cubicBezTo>
                    <a:pt x="97" y="125"/>
                    <a:pt x="90" y="149"/>
                    <a:pt x="83" y="165"/>
                  </a:cubicBezTo>
                  <a:cubicBezTo>
                    <a:pt x="70" y="155"/>
                    <a:pt x="53" y="137"/>
                    <a:pt x="45" y="112"/>
                  </a:cubicBezTo>
                  <a:cubicBezTo>
                    <a:pt x="39" y="92"/>
                    <a:pt x="42" y="69"/>
                    <a:pt x="52" y="45"/>
                  </a:cubicBezTo>
                  <a:close/>
                  <a:moveTo>
                    <a:pt x="82" y="207"/>
                  </a:moveTo>
                  <a:cubicBezTo>
                    <a:pt x="84" y="208"/>
                    <a:pt x="87" y="209"/>
                    <a:pt x="90" y="209"/>
                  </a:cubicBezTo>
                  <a:cubicBezTo>
                    <a:pt x="96" y="209"/>
                    <a:pt x="102" y="206"/>
                    <a:pt x="105" y="201"/>
                  </a:cubicBezTo>
                  <a:cubicBezTo>
                    <a:pt x="107" y="199"/>
                    <a:pt x="139" y="149"/>
                    <a:pt x="126" y="92"/>
                  </a:cubicBezTo>
                  <a:cubicBezTo>
                    <a:pt x="118" y="56"/>
                    <a:pt x="94" y="27"/>
                    <a:pt x="55" y="3"/>
                  </a:cubicBezTo>
                  <a:cubicBezTo>
                    <a:pt x="51" y="1"/>
                    <a:pt x="46" y="0"/>
                    <a:pt x="41" y="2"/>
                  </a:cubicBezTo>
                  <a:cubicBezTo>
                    <a:pt x="36" y="3"/>
                    <a:pt x="32" y="6"/>
                    <a:pt x="30" y="10"/>
                  </a:cubicBezTo>
                  <a:cubicBezTo>
                    <a:pt x="7" y="49"/>
                    <a:pt x="0" y="87"/>
                    <a:pt x="11" y="122"/>
                  </a:cubicBezTo>
                  <a:cubicBezTo>
                    <a:pt x="27" y="178"/>
                    <a:pt x="80" y="206"/>
                    <a:pt x="82" y="207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27"/>
            <p:cNvSpPr/>
            <p:nvPr/>
          </p:nvSpPr>
          <p:spPr>
            <a:xfrm>
              <a:off x="3654426" y="604838"/>
              <a:ext cx="95250" cy="144463"/>
            </a:xfrm>
            <a:custGeom>
              <a:rect b="b" l="l" r="r" t="t"/>
              <a:pathLst>
                <a:path extrusionOk="0" h="211" w="139">
                  <a:moveTo>
                    <a:pt x="45" y="114"/>
                  </a:moveTo>
                  <a:cubicBezTo>
                    <a:pt x="39" y="93"/>
                    <a:pt x="41" y="71"/>
                    <a:pt x="52" y="47"/>
                  </a:cubicBezTo>
                  <a:cubicBezTo>
                    <a:pt x="73" y="63"/>
                    <a:pt x="86" y="81"/>
                    <a:pt x="90" y="102"/>
                  </a:cubicBezTo>
                  <a:cubicBezTo>
                    <a:pt x="96" y="127"/>
                    <a:pt x="89" y="151"/>
                    <a:pt x="83" y="166"/>
                  </a:cubicBezTo>
                  <a:cubicBezTo>
                    <a:pt x="70" y="156"/>
                    <a:pt x="52" y="138"/>
                    <a:pt x="45" y="114"/>
                  </a:cubicBezTo>
                  <a:close/>
                  <a:moveTo>
                    <a:pt x="90" y="211"/>
                  </a:moveTo>
                  <a:cubicBezTo>
                    <a:pt x="95" y="211"/>
                    <a:pt x="101" y="208"/>
                    <a:pt x="105" y="203"/>
                  </a:cubicBezTo>
                  <a:cubicBezTo>
                    <a:pt x="106" y="201"/>
                    <a:pt x="139" y="151"/>
                    <a:pt x="126" y="94"/>
                  </a:cubicBezTo>
                  <a:cubicBezTo>
                    <a:pt x="118" y="58"/>
                    <a:pt x="94" y="28"/>
                    <a:pt x="54" y="5"/>
                  </a:cubicBezTo>
                  <a:cubicBezTo>
                    <a:pt x="46" y="0"/>
                    <a:pt x="35" y="3"/>
                    <a:pt x="29" y="12"/>
                  </a:cubicBezTo>
                  <a:cubicBezTo>
                    <a:pt x="6" y="51"/>
                    <a:pt x="0" y="89"/>
                    <a:pt x="10" y="124"/>
                  </a:cubicBezTo>
                  <a:cubicBezTo>
                    <a:pt x="26" y="180"/>
                    <a:pt x="79" y="208"/>
                    <a:pt x="81" y="209"/>
                  </a:cubicBezTo>
                  <a:cubicBezTo>
                    <a:pt x="84" y="210"/>
                    <a:pt x="87" y="211"/>
                    <a:pt x="90" y="21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2" name="Google Shape;312;p27"/>
          <p:cNvSpPr/>
          <p:nvPr/>
        </p:nvSpPr>
        <p:spPr>
          <a:xfrm>
            <a:off x="1905600" y="6172500"/>
            <a:ext cx="20154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8D8D8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Resource Provisions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13" name="Google Shape;313;p27"/>
          <p:cNvSpPr/>
          <p:nvPr/>
        </p:nvSpPr>
        <p:spPr>
          <a:xfrm>
            <a:off x="3920975" y="6172500"/>
            <a:ext cx="21312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1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Convergence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14" name="Google Shape;314;p27"/>
          <p:cNvSpPr/>
          <p:nvPr/>
        </p:nvSpPr>
        <p:spPr>
          <a:xfrm>
            <a:off x="6033875" y="6172500"/>
            <a:ext cx="18879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Examples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15" name="Google Shape;315;p27"/>
          <p:cNvSpPr/>
          <p:nvPr/>
        </p:nvSpPr>
        <p:spPr>
          <a:xfrm>
            <a:off x="7870438" y="6172500"/>
            <a:ext cx="24348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Questions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8"/>
          <p:cNvSpPr txBox="1"/>
          <p:nvPr/>
        </p:nvSpPr>
        <p:spPr>
          <a:xfrm>
            <a:off x="754592" y="1250855"/>
            <a:ext cx="4926738" cy="573148"/>
          </a:xfrm>
          <a:prstGeom prst="rect">
            <a:avLst/>
          </a:prstGeom>
          <a:solidFill>
            <a:srgbClr val="4A7B29"/>
          </a:solidFill>
          <a:ln>
            <a:noFill/>
          </a:ln>
        </p:spPr>
        <p:txBody>
          <a:bodyPr anchorCtr="0" anchor="ctr" bIns="81250" lIns="81250" spcFirstLastPara="1" rIns="81250" wrap="square" tIns="81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IN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Credit and Insurance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8"/>
          <p:cNvSpPr/>
          <p:nvPr/>
        </p:nvSpPr>
        <p:spPr>
          <a:xfrm>
            <a:off x="71035" y="2057801"/>
            <a:ext cx="609600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National Mission for Sustainable Agriculture (NMSA)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AutoNum type="arabicPeriod"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Pradhan Mantri Fasal Bima Yojana(PMFBY)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AutoNum type="arabicPeriod"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Kisan Credit Card (KCC)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AutoNum type="arabicPeriod"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Interest Subvention scheme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0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National Agriculture Infra Financing Facility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28"/>
          <p:cNvSpPr/>
          <p:nvPr/>
        </p:nvSpPr>
        <p:spPr>
          <a:xfrm>
            <a:off x="71035" y="4653038"/>
            <a:ext cx="589505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b="0" i="0" lang="en-I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SAMPADA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b="0" i="0" lang="en-I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Production Linked Incentive Scheme for Food Processing Industry (PLISFPI)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b="0" i="0" lang="en-I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PM Formalisation of Micro Food Processing Enterprises Scheme (PMFME)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b="0" i="0" lang="en-I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Operations Green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8"/>
          <p:cNvSpPr/>
          <p:nvPr/>
        </p:nvSpPr>
        <p:spPr>
          <a:xfrm>
            <a:off x="6189450" y="1792425"/>
            <a:ext cx="6096000" cy="3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 Nam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Pradhan Mantri Annadata Aay SanraksHan Abhiyan (PM-AASHA)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10000 FPO scheme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Venture capital scheme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Equity Grant and Credit Guarantee Fund Scheme For Farmer Producer Companies(EGCGFS)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Dhaanya Lakshmi Scheme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Producers Organisation Development Fund (PODF)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Mission for Integrated Development of Horticulture (MIDH)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8"/>
          <p:cNvSpPr/>
          <p:nvPr/>
        </p:nvSpPr>
        <p:spPr>
          <a:xfrm>
            <a:off x="1" y="152580"/>
            <a:ext cx="8804745" cy="5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IN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Scope of convergence: </a:t>
            </a:r>
            <a:r>
              <a:rPr b="1" i="0" lang="en-IN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Agriculture &amp; Horticulture</a:t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descr="{&quot;Key&quot;:&quot;POWER_USER_SHAPE_ICON&quot;,&quot;Value&quot;:&quot;POWER_USER_SHAPE_ICON_STYLE_1&quot;}" id="325" name="Google Shape;325;p28"/>
          <p:cNvGrpSpPr/>
          <p:nvPr/>
        </p:nvGrpSpPr>
        <p:grpSpPr>
          <a:xfrm>
            <a:off x="71035" y="1178825"/>
            <a:ext cx="551166" cy="590785"/>
            <a:chOff x="4356100" y="1658938"/>
            <a:chExt cx="750888" cy="804863"/>
          </a:xfrm>
        </p:grpSpPr>
        <p:sp>
          <p:nvSpPr>
            <p:cNvPr id="326" name="Google Shape;326;p28"/>
            <p:cNvSpPr/>
            <p:nvPr/>
          </p:nvSpPr>
          <p:spPr>
            <a:xfrm>
              <a:off x="4356100" y="2259013"/>
              <a:ext cx="342900" cy="204788"/>
            </a:xfrm>
            <a:custGeom>
              <a:rect b="b" l="l" r="r" t="t"/>
              <a:pathLst>
                <a:path extrusionOk="0" h="271" w="457">
                  <a:moveTo>
                    <a:pt x="101" y="168"/>
                  </a:moveTo>
                  <a:lnTo>
                    <a:pt x="101" y="271"/>
                  </a:lnTo>
                  <a:lnTo>
                    <a:pt x="0" y="271"/>
                  </a:lnTo>
                  <a:lnTo>
                    <a:pt x="0" y="153"/>
                  </a:lnTo>
                  <a:cubicBezTo>
                    <a:pt x="0" y="67"/>
                    <a:pt x="73" y="13"/>
                    <a:pt x="158" y="0"/>
                  </a:cubicBezTo>
                  <a:lnTo>
                    <a:pt x="229" y="63"/>
                  </a:lnTo>
                  <a:lnTo>
                    <a:pt x="300" y="0"/>
                  </a:lnTo>
                  <a:cubicBezTo>
                    <a:pt x="388" y="13"/>
                    <a:pt x="457" y="66"/>
                    <a:pt x="457" y="153"/>
                  </a:cubicBezTo>
                  <a:lnTo>
                    <a:pt x="457" y="271"/>
                  </a:lnTo>
                  <a:lnTo>
                    <a:pt x="356" y="271"/>
                  </a:lnTo>
                  <a:lnTo>
                    <a:pt x="356" y="168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28"/>
            <p:cNvSpPr/>
            <p:nvPr/>
          </p:nvSpPr>
          <p:spPr>
            <a:xfrm>
              <a:off x="4432300" y="2024063"/>
              <a:ext cx="190500" cy="190500"/>
            </a:xfrm>
            <a:prstGeom prst="ellipse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28"/>
            <p:cNvSpPr/>
            <p:nvPr/>
          </p:nvSpPr>
          <p:spPr>
            <a:xfrm>
              <a:off x="4691063" y="2217738"/>
              <a:ext cx="149225" cy="127000"/>
            </a:xfrm>
            <a:custGeom>
              <a:rect b="b" l="l" r="r" t="t"/>
              <a:pathLst>
                <a:path extrusionOk="0" h="169" w="200">
                  <a:moveTo>
                    <a:pt x="0" y="0"/>
                  </a:moveTo>
                  <a:cubicBezTo>
                    <a:pt x="33" y="89"/>
                    <a:pt x="129" y="145"/>
                    <a:pt x="200" y="169"/>
                  </a:cubicBez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28"/>
            <p:cNvSpPr/>
            <p:nvPr/>
          </p:nvSpPr>
          <p:spPr>
            <a:xfrm>
              <a:off x="4768850" y="2181225"/>
              <a:ext cx="338138" cy="282575"/>
            </a:xfrm>
            <a:custGeom>
              <a:rect b="b" l="l" r="r" t="t"/>
              <a:pathLst>
                <a:path extrusionOk="0" h="375" w="450">
                  <a:moveTo>
                    <a:pt x="331" y="288"/>
                  </a:moveTo>
                  <a:lnTo>
                    <a:pt x="339" y="375"/>
                  </a:lnTo>
                  <a:lnTo>
                    <a:pt x="450" y="375"/>
                  </a:lnTo>
                  <a:lnTo>
                    <a:pt x="449" y="271"/>
                  </a:lnTo>
                  <a:cubicBezTo>
                    <a:pt x="446" y="170"/>
                    <a:pt x="401" y="125"/>
                    <a:pt x="312" y="109"/>
                  </a:cubicBezTo>
                  <a:lnTo>
                    <a:pt x="235" y="166"/>
                  </a:lnTo>
                  <a:lnTo>
                    <a:pt x="167" y="95"/>
                  </a:lnTo>
                  <a:cubicBezTo>
                    <a:pt x="111" y="87"/>
                    <a:pt x="35" y="47"/>
                    <a:pt x="0" y="0"/>
                  </a:cubicBez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28"/>
            <p:cNvSpPr/>
            <p:nvPr/>
          </p:nvSpPr>
          <p:spPr>
            <a:xfrm>
              <a:off x="4662488" y="2101850"/>
              <a:ext cx="114300" cy="117475"/>
            </a:xfrm>
            <a:custGeom>
              <a:rect b="b" l="l" r="r" t="t"/>
              <a:pathLst>
                <a:path extrusionOk="0" h="157" w="151">
                  <a:moveTo>
                    <a:pt x="59" y="155"/>
                  </a:moveTo>
                  <a:cubicBezTo>
                    <a:pt x="100" y="155"/>
                    <a:pt x="138" y="132"/>
                    <a:pt x="145" y="91"/>
                  </a:cubicBezTo>
                  <a:cubicBezTo>
                    <a:pt x="151" y="52"/>
                    <a:pt x="128" y="14"/>
                    <a:pt x="97" y="4"/>
                  </a:cubicBezTo>
                  <a:cubicBezTo>
                    <a:pt x="83" y="0"/>
                    <a:pt x="76" y="0"/>
                    <a:pt x="64" y="0"/>
                  </a:cubicBezTo>
                  <a:cubicBezTo>
                    <a:pt x="21" y="0"/>
                    <a:pt x="17" y="28"/>
                    <a:pt x="10" y="70"/>
                  </a:cubicBezTo>
                  <a:cubicBezTo>
                    <a:pt x="5" y="97"/>
                    <a:pt x="0" y="123"/>
                    <a:pt x="10" y="138"/>
                  </a:cubicBezTo>
                  <a:cubicBezTo>
                    <a:pt x="22" y="157"/>
                    <a:pt x="46" y="155"/>
                    <a:pt x="59" y="155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28"/>
            <p:cNvSpPr/>
            <p:nvPr/>
          </p:nvSpPr>
          <p:spPr>
            <a:xfrm>
              <a:off x="4872038" y="2020888"/>
              <a:ext cx="192088" cy="192088"/>
            </a:xfrm>
            <a:prstGeom prst="ellipse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28"/>
            <p:cNvSpPr/>
            <p:nvPr/>
          </p:nvSpPr>
          <p:spPr>
            <a:xfrm>
              <a:off x="4511675" y="1774825"/>
              <a:ext cx="119063" cy="107950"/>
            </a:xfrm>
            <a:custGeom>
              <a:rect b="b" l="l" r="r" t="t"/>
              <a:pathLst>
                <a:path extrusionOk="0" h="143" w="159">
                  <a:moveTo>
                    <a:pt x="0" y="143"/>
                  </a:moveTo>
                  <a:cubicBezTo>
                    <a:pt x="39" y="81"/>
                    <a:pt x="94" y="32"/>
                    <a:pt x="159" y="0"/>
                  </a:cubicBez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28"/>
            <p:cNvSpPr/>
            <p:nvPr/>
          </p:nvSpPr>
          <p:spPr>
            <a:xfrm>
              <a:off x="4418013" y="1693863"/>
              <a:ext cx="638175" cy="309563"/>
            </a:xfrm>
            <a:custGeom>
              <a:rect b="b" l="l" r="r" t="t"/>
              <a:pathLst>
                <a:path extrusionOk="0" h="413" w="849">
                  <a:moveTo>
                    <a:pt x="425" y="0"/>
                  </a:moveTo>
                  <a:cubicBezTo>
                    <a:pt x="198" y="0"/>
                    <a:pt x="15" y="178"/>
                    <a:pt x="1" y="396"/>
                  </a:cubicBezTo>
                  <a:cubicBezTo>
                    <a:pt x="0" y="402"/>
                    <a:pt x="4" y="409"/>
                    <a:pt x="10" y="411"/>
                  </a:cubicBezTo>
                  <a:cubicBezTo>
                    <a:pt x="18" y="413"/>
                    <a:pt x="24" y="409"/>
                    <a:pt x="27" y="406"/>
                  </a:cubicBezTo>
                  <a:cubicBezTo>
                    <a:pt x="58" y="368"/>
                    <a:pt x="103" y="346"/>
                    <a:pt x="152" y="346"/>
                  </a:cubicBezTo>
                  <a:cubicBezTo>
                    <a:pt x="201" y="346"/>
                    <a:pt x="246" y="368"/>
                    <a:pt x="277" y="406"/>
                  </a:cubicBezTo>
                  <a:cubicBezTo>
                    <a:pt x="280" y="410"/>
                    <a:pt x="284" y="411"/>
                    <a:pt x="288" y="411"/>
                  </a:cubicBezTo>
                  <a:cubicBezTo>
                    <a:pt x="293" y="411"/>
                    <a:pt x="297" y="410"/>
                    <a:pt x="300" y="406"/>
                  </a:cubicBezTo>
                  <a:cubicBezTo>
                    <a:pt x="331" y="368"/>
                    <a:pt x="376" y="346"/>
                    <a:pt x="425" y="346"/>
                  </a:cubicBezTo>
                  <a:cubicBezTo>
                    <a:pt x="474" y="346"/>
                    <a:pt x="519" y="368"/>
                    <a:pt x="550" y="406"/>
                  </a:cubicBezTo>
                  <a:cubicBezTo>
                    <a:pt x="553" y="410"/>
                    <a:pt x="557" y="412"/>
                    <a:pt x="561" y="412"/>
                  </a:cubicBezTo>
                  <a:cubicBezTo>
                    <a:pt x="566" y="412"/>
                    <a:pt x="570" y="410"/>
                    <a:pt x="573" y="406"/>
                  </a:cubicBezTo>
                  <a:cubicBezTo>
                    <a:pt x="603" y="368"/>
                    <a:pt x="649" y="346"/>
                    <a:pt x="698" y="346"/>
                  </a:cubicBezTo>
                  <a:cubicBezTo>
                    <a:pt x="746" y="346"/>
                    <a:pt x="792" y="368"/>
                    <a:pt x="823" y="406"/>
                  </a:cubicBezTo>
                  <a:cubicBezTo>
                    <a:pt x="827" y="412"/>
                    <a:pt x="836" y="412"/>
                    <a:pt x="840" y="411"/>
                  </a:cubicBezTo>
                  <a:cubicBezTo>
                    <a:pt x="845" y="408"/>
                    <a:pt x="849" y="402"/>
                    <a:pt x="849" y="396"/>
                  </a:cubicBezTo>
                  <a:cubicBezTo>
                    <a:pt x="835" y="183"/>
                    <a:pt x="651" y="0"/>
                    <a:pt x="425" y="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4" name="Google Shape;334;p28"/>
            <p:cNvCxnSpPr/>
            <p:nvPr/>
          </p:nvCxnSpPr>
          <p:spPr>
            <a:xfrm rot="10800000">
              <a:off x="4737100" y="1658938"/>
              <a:ext cx="0" cy="31750"/>
            </a:xfrm>
            <a:prstGeom prst="straightConnector1">
              <a:avLst/>
            </a:pr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5" name="Google Shape;335;p28"/>
            <p:cNvCxnSpPr/>
            <p:nvPr/>
          </p:nvCxnSpPr>
          <p:spPr>
            <a:xfrm>
              <a:off x="4737100" y="1954213"/>
              <a:ext cx="0" cy="150813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6" name="Google Shape;336;p28"/>
            <p:cNvCxnSpPr/>
            <p:nvPr/>
          </p:nvCxnSpPr>
          <p:spPr>
            <a:xfrm>
              <a:off x="4432300" y="2463800"/>
              <a:ext cx="190500" cy="0"/>
            </a:xfrm>
            <a:prstGeom prst="straightConnector1">
              <a:avLst/>
            </a:pr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37" name="Google Shape;337;p28"/>
            <p:cNvSpPr/>
            <p:nvPr/>
          </p:nvSpPr>
          <p:spPr>
            <a:xfrm>
              <a:off x="4840288" y="2346325"/>
              <a:ext cx="182563" cy="117475"/>
            </a:xfrm>
            <a:custGeom>
              <a:rect b="b" l="l" r="r" t="t"/>
              <a:pathLst>
                <a:path extrusionOk="0" h="156" w="243">
                  <a:moveTo>
                    <a:pt x="0" y="0"/>
                  </a:moveTo>
                  <a:lnTo>
                    <a:pt x="0" y="156"/>
                  </a:lnTo>
                  <a:lnTo>
                    <a:pt x="243" y="156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8" name="Google Shape;338;p28"/>
          <p:cNvSpPr txBox="1"/>
          <p:nvPr/>
        </p:nvSpPr>
        <p:spPr>
          <a:xfrm>
            <a:off x="759582" y="3694888"/>
            <a:ext cx="4932040" cy="622539"/>
          </a:xfrm>
          <a:prstGeom prst="rect">
            <a:avLst/>
          </a:prstGeom>
          <a:solidFill>
            <a:srgbClr val="4A7B29"/>
          </a:solidFill>
          <a:ln>
            <a:noFill/>
          </a:ln>
        </p:spPr>
        <p:txBody>
          <a:bodyPr anchorCtr="0" anchor="ctr" bIns="81250" lIns="81250" spcFirstLastPara="1" rIns="81250" wrap="square" tIns="81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IN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Food Processing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descr="{&quot;Key&quot;:&quot;POWER_USER_SHAPE_ICON&quot;,&quot;Value&quot;:&quot;POWER_USER_SHAPE_ICON_STYLE_1&quot;}" id="339" name="Google Shape;339;p28"/>
          <p:cNvGrpSpPr/>
          <p:nvPr/>
        </p:nvGrpSpPr>
        <p:grpSpPr>
          <a:xfrm>
            <a:off x="116480" y="3711640"/>
            <a:ext cx="557024" cy="566628"/>
            <a:chOff x="2871788" y="6437313"/>
            <a:chExt cx="276225" cy="280988"/>
          </a:xfrm>
        </p:grpSpPr>
        <p:sp>
          <p:nvSpPr>
            <p:cNvPr id="340" name="Google Shape;340;p28"/>
            <p:cNvSpPr/>
            <p:nvPr/>
          </p:nvSpPr>
          <p:spPr>
            <a:xfrm>
              <a:off x="2938463" y="6659563"/>
              <a:ext cx="209550" cy="58738"/>
            </a:xfrm>
            <a:custGeom>
              <a:rect b="b" l="l" r="r" t="t"/>
              <a:pathLst>
                <a:path extrusionOk="0" h="285" w="1014">
                  <a:moveTo>
                    <a:pt x="871" y="268"/>
                  </a:moveTo>
                  <a:lnTo>
                    <a:pt x="871" y="252"/>
                  </a:lnTo>
                  <a:lnTo>
                    <a:pt x="143" y="252"/>
                  </a:lnTo>
                  <a:cubicBezTo>
                    <a:pt x="113" y="252"/>
                    <a:pt x="86" y="240"/>
                    <a:pt x="66" y="220"/>
                  </a:cubicBezTo>
                  <a:cubicBezTo>
                    <a:pt x="46" y="200"/>
                    <a:pt x="34" y="173"/>
                    <a:pt x="34" y="142"/>
                  </a:cubicBezTo>
                  <a:cubicBezTo>
                    <a:pt x="34" y="112"/>
                    <a:pt x="46" y="85"/>
                    <a:pt x="66" y="65"/>
                  </a:cubicBezTo>
                  <a:cubicBezTo>
                    <a:pt x="86" y="45"/>
                    <a:pt x="113" y="33"/>
                    <a:pt x="143" y="33"/>
                  </a:cubicBezTo>
                  <a:lnTo>
                    <a:pt x="871" y="33"/>
                  </a:lnTo>
                  <a:cubicBezTo>
                    <a:pt x="901" y="33"/>
                    <a:pt x="929" y="45"/>
                    <a:pt x="949" y="65"/>
                  </a:cubicBezTo>
                  <a:cubicBezTo>
                    <a:pt x="968" y="85"/>
                    <a:pt x="981" y="112"/>
                    <a:pt x="981" y="142"/>
                  </a:cubicBezTo>
                  <a:cubicBezTo>
                    <a:pt x="981" y="173"/>
                    <a:pt x="968" y="200"/>
                    <a:pt x="949" y="220"/>
                  </a:cubicBezTo>
                  <a:cubicBezTo>
                    <a:pt x="929" y="240"/>
                    <a:pt x="901" y="252"/>
                    <a:pt x="871" y="252"/>
                  </a:cubicBezTo>
                  <a:lnTo>
                    <a:pt x="871" y="268"/>
                  </a:lnTo>
                  <a:lnTo>
                    <a:pt x="871" y="285"/>
                  </a:lnTo>
                  <a:cubicBezTo>
                    <a:pt x="950" y="285"/>
                    <a:pt x="1014" y="221"/>
                    <a:pt x="1014" y="142"/>
                  </a:cubicBezTo>
                  <a:cubicBezTo>
                    <a:pt x="1014" y="64"/>
                    <a:pt x="950" y="0"/>
                    <a:pt x="871" y="0"/>
                  </a:cubicBezTo>
                  <a:lnTo>
                    <a:pt x="143" y="0"/>
                  </a:lnTo>
                  <a:cubicBezTo>
                    <a:pt x="64" y="0"/>
                    <a:pt x="0" y="64"/>
                    <a:pt x="0" y="142"/>
                  </a:cubicBezTo>
                  <a:cubicBezTo>
                    <a:pt x="0" y="221"/>
                    <a:pt x="64" y="285"/>
                    <a:pt x="143" y="285"/>
                  </a:cubicBezTo>
                  <a:lnTo>
                    <a:pt x="871" y="285"/>
                  </a:lnTo>
                  <a:lnTo>
                    <a:pt x="871" y="26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28"/>
            <p:cNvSpPr/>
            <p:nvPr/>
          </p:nvSpPr>
          <p:spPr>
            <a:xfrm>
              <a:off x="2952751" y="6669088"/>
              <a:ext cx="38100" cy="38100"/>
            </a:xfrm>
            <a:custGeom>
              <a:rect b="b" l="l" r="r" t="t"/>
              <a:pathLst>
                <a:path extrusionOk="0" h="183" w="183">
                  <a:moveTo>
                    <a:pt x="166" y="91"/>
                  </a:moveTo>
                  <a:lnTo>
                    <a:pt x="150" y="91"/>
                  </a:lnTo>
                  <a:cubicBezTo>
                    <a:pt x="150" y="123"/>
                    <a:pt x="124" y="150"/>
                    <a:pt x="92" y="150"/>
                  </a:cubicBezTo>
                  <a:cubicBezTo>
                    <a:pt x="76" y="150"/>
                    <a:pt x="61" y="143"/>
                    <a:pt x="51" y="133"/>
                  </a:cubicBezTo>
                  <a:cubicBezTo>
                    <a:pt x="40" y="122"/>
                    <a:pt x="34" y="108"/>
                    <a:pt x="34" y="91"/>
                  </a:cubicBezTo>
                  <a:cubicBezTo>
                    <a:pt x="34" y="76"/>
                    <a:pt x="40" y="61"/>
                    <a:pt x="51" y="51"/>
                  </a:cubicBezTo>
                  <a:cubicBezTo>
                    <a:pt x="61" y="40"/>
                    <a:pt x="76" y="33"/>
                    <a:pt x="92" y="33"/>
                  </a:cubicBezTo>
                  <a:cubicBezTo>
                    <a:pt x="124" y="34"/>
                    <a:pt x="150" y="60"/>
                    <a:pt x="150" y="91"/>
                  </a:cubicBezTo>
                  <a:lnTo>
                    <a:pt x="166" y="91"/>
                  </a:lnTo>
                  <a:lnTo>
                    <a:pt x="183" y="91"/>
                  </a:lnTo>
                  <a:cubicBezTo>
                    <a:pt x="183" y="41"/>
                    <a:pt x="142" y="0"/>
                    <a:pt x="92" y="0"/>
                  </a:cubicBezTo>
                  <a:cubicBezTo>
                    <a:pt x="41" y="0"/>
                    <a:pt x="0" y="41"/>
                    <a:pt x="0" y="91"/>
                  </a:cubicBezTo>
                  <a:cubicBezTo>
                    <a:pt x="0" y="142"/>
                    <a:pt x="41" y="183"/>
                    <a:pt x="92" y="183"/>
                  </a:cubicBezTo>
                  <a:cubicBezTo>
                    <a:pt x="142" y="183"/>
                    <a:pt x="183" y="142"/>
                    <a:pt x="183" y="91"/>
                  </a:cubicBezTo>
                  <a:lnTo>
                    <a:pt x="166" y="91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28"/>
            <p:cNvSpPr/>
            <p:nvPr/>
          </p:nvSpPr>
          <p:spPr>
            <a:xfrm>
              <a:off x="3000376" y="6669088"/>
              <a:ext cx="38100" cy="38100"/>
            </a:xfrm>
            <a:custGeom>
              <a:rect b="b" l="l" r="r" t="t"/>
              <a:pathLst>
                <a:path extrusionOk="0" h="183" w="183">
                  <a:moveTo>
                    <a:pt x="166" y="91"/>
                  </a:moveTo>
                  <a:lnTo>
                    <a:pt x="150" y="91"/>
                  </a:lnTo>
                  <a:cubicBezTo>
                    <a:pt x="150" y="123"/>
                    <a:pt x="124" y="150"/>
                    <a:pt x="92" y="150"/>
                  </a:cubicBezTo>
                  <a:cubicBezTo>
                    <a:pt x="60" y="150"/>
                    <a:pt x="34" y="123"/>
                    <a:pt x="34" y="91"/>
                  </a:cubicBezTo>
                  <a:cubicBezTo>
                    <a:pt x="34" y="60"/>
                    <a:pt x="60" y="34"/>
                    <a:pt x="92" y="33"/>
                  </a:cubicBezTo>
                  <a:cubicBezTo>
                    <a:pt x="124" y="34"/>
                    <a:pt x="150" y="60"/>
                    <a:pt x="150" y="91"/>
                  </a:cubicBezTo>
                  <a:lnTo>
                    <a:pt x="166" y="91"/>
                  </a:lnTo>
                  <a:lnTo>
                    <a:pt x="183" y="91"/>
                  </a:lnTo>
                  <a:cubicBezTo>
                    <a:pt x="183" y="41"/>
                    <a:pt x="142" y="0"/>
                    <a:pt x="92" y="0"/>
                  </a:cubicBezTo>
                  <a:cubicBezTo>
                    <a:pt x="41" y="0"/>
                    <a:pt x="0" y="41"/>
                    <a:pt x="0" y="91"/>
                  </a:cubicBezTo>
                  <a:cubicBezTo>
                    <a:pt x="0" y="142"/>
                    <a:pt x="41" y="183"/>
                    <a:pt x="92" y="183"/>
                  </a:cubicBezTo>
                  <a:cubicBezTo>
                    <a:pt x="142" y="183"/>
                    <a:pt x="183" y="142"/>
                    <a:pt x="183" y="91"/>
                  </a:cubicBezTo>
                  <a:lnTo>
                    <a:pt x="166" y="9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28"/>
            <p:cNvSpPr/>
            <p:nvPr/>
          </p:nvSpPr>
          <p:spPr>
            <a:xfrm>
              <a:off x="3048001" y="6669088"/>
              <a:ext cx="38100" cy="38100"/>
            </a:xfrm>
            <a:custGeom>
              <a:rect b="b" l="l" r="r" t="t"/>
              <a:pathLst>
                <a:path extrusionOk="0" h="183" w="183">
                  <a:moveTo>
                    <a:pt x="166" y="91"/>
                  </a:moveTo>
                  <a:lnTo>
                    <a:pt x="150" y="91"/>
                  </a:lnTo>
                  <a:cubicBezTo>
                    <a:pt x="150" y="123"/>
                    <a:pt x="124" y="150"/>
                    <a:pt x="92" y="150"/>
                  </a:cubicBezTo>
                  <a:cubicBezTo>
                    <a:pt x="60" y="150"/>
                    <a:pt x="34" y="123"/>
                    <a:pt x="34" y="91"/>
                  </a:cubicBezTo>
                  <a:cubicBezTo>
                    <a:pt x="34" y="60"/>
                    <a:pt x="60" y="34"/>
                    <a:pt x="92" y="33"/>
                  </a:cubicBezTo>
                  <a:cubicBezTo>
                    <a:pt x="124" y="34"/>
                    <a:pt x="150" y="60"/>
                    <a:pt x="150" y="91"/>
                  </a:cubicBezTo>
                  <a:lnTo>
                    <a:pt x="166" y="91"/>
                  </a:lnTo>
                  <a:lnTo>
                    <a:pt x="183" y="91"/>
                  </a:lnTo>
                  <a:cubicBezTo>
                    <a:pt x="183" y="41"/>
                    <a:pt x="142" y="0"/>
                    <a:pt x="92" y="0"/>
                  </a:cubicBezTo>
                  <a:cubicBezTo>
                    <a:pt x="41" y="0"/>
                    <a:pt x="0" y="41"/>
                    <a:pt x="0" y="91"/>
                  </a:cubicBezTo>
                  <a:cubicBezTo>
                    <a:pt x="0" y="142"/>
                    <a:pt x="41" y="183"/>
                    <a:pt x="92" y="183"/>
                  </a:cubicBezTo>
                  <a:cubicBezTo>
                    <a:pt x="142" y="183"/>
                    <a:pt x="183" y="142"/>
                    <a:pt x="183" y="91"/>
                  </a:cubicBezTo>
                  <a:lnTo>
                    <a:pt x="166" y="9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28"/>
            <p:cNvSpPr/>
            <p:nvPr/>
          </p:nvSpPr>
          <p:spPr>
            <a:xfrm>
              <a:off x="3095626" y="6669088"/>
              <a:ext cx="38100" cy="38100"/>
            </a:xfrm>
            <a:custGeom>
              <a:rect b="b" l="l" r="r" t="t"/>
              <a:pathLst>
                <a:path extrusionOk="0" h="183" w="183">
                  <a:moveTo>
                    <a:pt x="166" y="91"/>
                  </a:moveTo>
                  <a:lnTo>
                    <a:pt x="150" y="91"/>
                  </a:lnTo>
                  <a:cubicBezTo>
                    <a:pt x="150" y="123"/>
                    <a:pt x="124" y="150"/>
                    <a:pt x="92" y="150"/>
                  </a:cubicBezTo>
                  <a:cubicBezTo>
                    <a:pt x="76" y="150"/>
                    <a:pt x="61" y="143"/>
                    <a:pt x="51" y="133"/>
                  </a:cubicBezTo>
                  <a:cubicBezTo>
                    <a:pt x="40" y="122"/>
                    <a:pt x="34" y="108"/>
                    <a:pt x="34" y="91"/>
                  </a:cubicBezTo>
                  <a:cubicBezTo>
                    <a:pt x="34" y="76"/>
                    <a:pt x="40" y="61"/>
                    <a:pt x="51" y="51"/>
                  </a:cubicBezTo>
                  <a:cubicBezTo>
                    <a:pt x="61" y="40"/>
                    <a:pt x="76" y="33"/>
                    <a:pt x="92" y="33"/>
                  </a:cubicBezTo>
                  <a:cubicBezTo>
                    <a:pt x="124" y="34"/>
                    <a:pt x="150" y="60"/>
                    <a:pt x="150" y="91"/>
                  </a:cubicBezTo>
                  <a:lnTo>
                    <a:pt x="166" y="91"/>
                  </a:lnTo>
                  <a:lnTo>
                    <a:pt x="183" y="91"/>
                  </a:lnTo>
                  <a:cubicBezTo>
                    <a:pt x="183" y="41"/>
                    <a:pt x="142" y="0"/>
                    <a:pt x="92" y="0"/>
                  </a:cubicBezTo>
                  <a:cubicBezTo>
                    <a:pt x="41" y="0"/>
                    <a:pt x="0" y="41"/>
                    <a:pt x="0" y="91"/>
                  </a:cubicBezTo>
                  <a:cubicBezTo>
                    <a:pt x="0" y="142"/>
                    <a:pt x="41" y="183"/>
                    <a:pt x="92" y="183"/>
                  </a:cubicBezTo>
                  <a:cubicBezTo>
                    <a:pt x="142" y="183"/>
                    <a:pt x="183" y="142"/>
                    <a:pt x="183" y="91"/>
                  </a:cubicBezTo>
                  <a:lnTo>
                    <a:pt x="166" y="9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28"/>
            <p:cNvSpPr/>
            <p:nvPr/>
          </p:nvSpPr>
          <p:spPr>
            <a:xfrm>
              <a:off x="2892426" y="6645276"/>
              <a:ext cx="76200" cy="53975"/>
            </a:xfrm>
            <a:custGeom>
              <a:rect b="b" l="l" r="r" t="t"/>
              <a:pathLst>
                <a:path extrusionOk="0" h="257" w="373">
                  <a:moveTo>
                    <a:pt x="249" y="223"/>
                  </a:moveTo>
                  <a:lnTo>
                    <a:pt x="38" y="223"/>
                  </a:lnTo>
                  <a:lnTo>
                    <a:pt x="55" y="74"/>
                  </a:lnTo>
                  <a:cubicBezTo>
                    <a:pt x="58" y="50"/>
                    <a:pt x="78" y="33"/>
                    <a:pt x="101" y="33"/>
                  </a:cubicBezTo>
                  <a:lnTo>
                    <a:pt x="292" y="33"/>
                  </a:lnTo>
                  <a:cubicBezTo>
                    <a:pt x="314" y="33"/>
                    <a:pt x="333" y="48"/>
                    <a:pt x="337" y="70"/>
                  </a:cubicBezTo>
                  <a:lnTo>
                    <a:pt x="341" y="87"/>
                  </a:lnTo>
                  <a:lnTo>
                    <a:pt x="373" y="80"/>
                  </a:lnTo>
                  <a:lnTo>
                    <a:pt x="370" y="63"/>
                  </a:lnTo>
                  <a:cubicBezTo>
                    <a:pt x="362" y="26"/>
                    <a:pt x="330" y="0"/>
                    <a:pt x="292" y="0"/>
                  </a:cubicBezTo>
                  <a:lnTo>
                    <a:pt x="101" y="0"/>
                  </a:lnTo>
                  <a:cubicBezTo>
                    <a:pt x="61" y="0"/>
                    <a:pt x="27" y="30"/>
                    <a:pt x="22" y="70"/>
                  </a:cubicBezTo>
                  <a:lnTo>
                    <a:pt x="0" y="257"/>
                  </a:lnTo>
                  <a:lnTo>
                    <a:pt x="249" y="257"/>
                  </a:lnTo>
                  <a:lnTo>
                    <a:pt x="249" y="22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28"/>
            <p:cNvSpPr/>
            <p:nvPr/>
          </p:nvSpPr>
          <p:spPr>
            <a:xfrm>
              <a:off x="2871788" y="6691313"/>
              <a:ext cx="122238" cy="26988"/>
            </a:xfrm>
            <a:custGeom>
              <a:rect b="b" l="l" r="r" t="t"/>
              <a:pathLst>
                <a:path extrusionOk="0" h="128" w="595">
                  <a:moveTo>
                    <a:pt x="595" y="95"/>
                  </a:moveTo>
                  <a:lnTo>
                    <a:pt x="33" y="95"/>
                  </a:lnTo>
                  <a:lnTo>
                    <a:pt x="33" y="93"/>
                  </a:lnTo>
                  <a:cubicBezTo>
                    <a:pt x="34" y="60"/>
                    <a:pt x="60" y="34"/>
                    <a:pt x="93" y="34"/>
                  </a:cubicBezTo>
                  <a:lnTo>
                    <a:pt x="350" y="34"/>
                  </a:lnTo>
                  <a:lnTo>
                    <a:pt x="350" y="0"/>
                  </a:lnTo>
                  <a:lnTo>
                    <a:pt x="93" y="0"/>
                  </a:lnTo>
                  <a:cubicBezTo>
                    <a:pt x="42" y="0"/>
                    <a:pt x="0" y="42"/>
                    <a:pt x="0" y="93"/>
                  </a:cubicBezTo>
                  <a:lnTo>
                    <a:pt x="0" y="111"/>
                  </a:lnTo>
                  <a:lnTo>
                    <a:pt x="0" y="128"/>
                  </a:lnTo>
                  <a:lnTo>
                    <a:pt x="595" y="128"/>
                  </a:lnTo>
                  <a:lnTo>
                    <a:pt x="595" y="9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28"/>
            <p:cNvSpPr/>
            <p:nvPr/>
          </p:nvSpPr>
          <p:spPr>
            <a:xfrm>
              <a:off x="3014663" y="6516688"/>
              <a:ext cx="26988" cy="57150"/>
            </a:xfrm>
            <a:custGeom>
              <a:rect b="b" l="l" r="r" t="t"/>
              <a:pathLst>
                <a:path extrusionOk="0" h="36" w="17">
                  <a:moveTo>
                    <a:pt x="2" y="2"/>
                  </a:moveTo>
                  <a:lnTo>
                    <a:pt x="0" y="2"/>
                  </a:lnTo>
                  <a:lnTo>
                    <a:pt x="4" y="36"/>
                  </a:lnTo>
                  <a:lnTo>
                    <a:pt x="14" y="36"/>
                  </a:lnTo>
                  <a:lnTo>
                    <a:pt x="17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2" y="2"/>
                  </a:lnTo>
                  <a:lnTo>
                    <a:pt x="2" y="4"/>
                  </a:lnTo>
                  <a:lnTo>
                    <a:pt x="13" y="4"/>
                  </a:lnTo>
                  <a:lnTo>
                    <a:pt x="10" y="32"/>
                  </a:lnTo>
                  <a:lnTo>
                    <a:pt x="8" y="32"/>
                  </a:lnTo>
                  <a:lnTo>
                    <a:pt x="5" y="2"/>
                  </a:lnTo>
                  <a:lnTo>
                    <a:pt x="2" y="2"/>
                  </a:lnTo>
                  <a:lnTo>
                    <a:pt x="2" y="4"/>
                  </a:lnTo>
                  <a:lnTo>
                    <a:pt x="2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28"/>
            <p:cNvSpPr/>
            <p:nvPr/>
          </p:nvSpPr>
          <p:spPr>
            <a:xfrm>
              <a:off x="3025776" y="6570663"/>
              <a:ext cx="6350" cy="12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28"/>
            <p:cNvSpPr/>
            <p:nvPr/>
          </p:nvSpPr>
          <p:spPr>
            <a:xfrm>
              <a:off x="2965451" y="6589713"/>
              <a:ext cx="31750" cy="76200"/>
            </a:xfrm>
            <a:custGeom>
              <a:rect b="b" l="l" r="r" t="t"/>
              <a:pathLst>
                <a:path extrusionOk="0" h="368" w="149">
                  <a:moveTo>
                    <a:pt x="93" y="154"/>
                  </a:moveTo>
                  <a:lnTo>
                    <a:pt x="109" y="154"/>
                  </a:lnTo>
                  <a:lnTo>
                    <a:pt x="109" y="0"/>
                  </a:lnTo>
                  <a:lnTo>
                    <a:pt x="40" y="0"/>
                  </a:lnTo>
                  <a:lnTo>
                    <a:pt x="40" y="154"/>
                  </a:lnTo>
                  <a:lnTo>
                    <a:pt x="56" y="154"/>
                  </a:lnTo>
                  <a:lnTo>
                    <a:pt x="56" y="137"/>
                  </a:lnTo>
                  <a:cubicBezTo>
                    <a:pt x="42" y="137"/>
                    <a:pt x="28" y="143"/>
                    <a:pt x="18" y="152"/>
                  </a:cubicBezTo>
                  <a:cubicBezTo>
                    <a:pt x="7" y="161"/>
                    <a:pt x="0" y="174"/>
                    <a:pt x="0" y="189"/>
                  </a:cubicBezTo>
                  <a:lnTo>
                    <a:pt x="0" y="368"/>
                  </a:lnTo>
                  <a:lnTo>
                    <a:pt x="148" y="368"/>
                  </a:lnTo>
                  <a:lnTo>
                    <a:pt x="148" y="189"/>
                  </a:lnTo>
                  <a:cubicBezTo>
                    <a:pt x="149" y="174"/>
                    <a:pt x="142" y="161"/>
                    <a:pt x="131" y="152"/>
                  </a:cubicBezTo>
                  <a:cubicBezTo>
                    <a:pt x="121" y="143"/>
                    <a:pt x="107" y="137"/>
                    <a:pt x="93" y="137"/>
                  </a:cubicBezTo>
                  <a:lnTo>
                    <a:pt x="93" y="154"/>
                  </a:lnTo>
                  <a:lnTo>
                    <a:pt x="109" y="154"/>
                  </a:lnTo>
                  <a:lnTo>
                    <a:pt x="93" y="154"/>
                  </a:lnTo>
                  <a:lnTo>
                    <a:pt x="93" y="171"/>
                  </a:lnTo>
                  <a:cubicBezTo>
                    <a:pt x="99" y="171"/>
                    <a:pt x="105" y="173"/>
                    <a:pt x="109" y="177"/>
                  </a:cubicBezTo>
                  <a:cubicBezTo>
                    <a:pt x="113" y="180"/>
                    <a:pt x="115" y="184"/>
                    <a:pt x="115" y="189"/>
                  </a:cubicBezTo>
                  <a:lnTo>
                    <a:pt x="115" y="335"/>
                  </a:lnTo>
                  <a:lnTo>
                    <a:pt x="34" y="335"/>
                  </a:lnTo>
                  <a:lnTo>
                    <a:pt x="34" y="189"/>
                  </a:lnTo>
                  <a:cubicBezTo>
                    <a:pt x="34" y="184"/>
                    <a:pt x="36" y="180"/>
                    <a:pt x="40" y="177"/>
                  </a:cubicBezTo>
                  <a:cubicBezTo>
                    <a:pt x="43" y="173"/>
                    <a:pt x="49" y="171"/>
                    <a:pt x="56" y="171"/>
                  </a:cubicBezTo>
                  <a:lnTo>
                    <a:pt x="73" y="171"/>
                  </a:lnTo>
                  <a:lnTo>
                    <a:pt x="73" y="33"/>
                  </a:lnTo>
                  <a:lnTo>
                    <a:pt x="76" y="33"/>
                  </a:lnTo>
                  <a:lnTo>
                    <a:pt x="76" y="171"/>
                  </a:lnTo>
                  <a:lnTo>
                    <a:pt x="93" y="171"/>
                  </a:lnTo>
                  <a:lnTo>
                    <a:pt x="93" y="154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28"/>
            <p:cNvSpPr/>
            <p:nvPr/>
          </p:nvSpPr>
          <p:spPr>
            <a:xfrm>
              <a:off x="3013076" y="6589713"/>
              <a:ext cx="30163" cy="76200"/>
            </a:xfrm>
            <a:custGeom>
              <a:rect b="b" l="l" r="r" t="t"/>
              <a:pathLst>
                <a:path extrusionOk="0" h="368" w="149">
                  <a:moveTo>
                    <a:pt x="93" y="154"/>
                  </a:moveTo>
                  <a:lnTo>
                    <a:pt x="109" y="154"/>
                  </a:lnTo>
                  <a:lnTo>
                    <a:pt x="109" y="0"/>
                  </a:lnTo>
                  <a:lnTo>
                    <a:pt x="40" y="0"/>
                  </a:lnTo>
                  <a:lnTo>
                    <a:pt x="40" y="154"/>
                  </a:lnTo>
                  <a:lnTo>
                    <a:pt x="56" y="154"/>
                  </a:lnTo>
                  <a:lnTo>
                    <a:pt x="56" y="137"/>
                  </a:lnTo>
                  <a:cubicBezTo>
                    <a:pt x="42" y="137"/>
                    <a:pt x="28" y="143"/>
                    <a:pt x="18" y="152"/>
                  </a:cubicBezTo>
                  <a:cubicBezTo>
                    <a:pt x="7" y="161"/>
                    <a:pt x="0" y="174"/>
                    <a:pt x="0" y="189"/>
                  </a:cubicBezTo>
                  <a:lnTo>
                    <a:pt x="0" y="368"/>
                  </a:lnTo>
                  <a:lnTo>
                    <a:pt x="148" y="368"/>
                  </a:lnTo>
                  <a:lnTo>
                    <a:pt x="148" y="189"/>
                  </a:lnTo>
                  <a:cubicBezTo>
                    <a:pt x="149" y="174"/>
                    <a:pt x="142" y="161"/>
                    <a:pt x="131" y="152"/>
                  </a:cubicBezTo>
                  <a:cubicBezTo>
                    <a:pt x="121" y="143"/>
                    <a:pt x="107" y="137"/>
                    <a:pt x="93" y="137"/>
                  </a:cubicBezTo>
                  <a:lnTo>
                    <a:pt x="93" y="154"/>
                  </a:lnTo>
                  <a:lnTo>
                    <a:pt x="109" y="154"/>
                  </a:lnTo>
                  <a:lnTo>
                    <a:pt x="93" y="154"/>
                  </a:lnTo>
                  <a:lnTo>
                    <a:pt x="93" y="171"/>
                  </a:lnTo>
                  <a:cubicBezTo>
                    <a:pt x="99" y="171"/>
                    <a:pt x="105" y="173"/>
                    <a:pt x="109" y="177"/>
                  </a:cubicBezTo>
                  <a:cubicBezTo>
                    <a:pt x="113" y="180"/>
                    <a:pt x="115" y="184"/>
                    <a:pt x="115" y="189"/>
                  </a:cubicBezTo>
                  <a:lnTo>
                    <a:pt x="115" y="335"/>
                  </a:lnTo>
                  <a:lnTo>
                    <a:pt x="34" y="335"/>
                  </a:lnTo>
                  <a:lnTo>
                    <a:pt x="34" y="189"/>
                  </a:lnTo>
                  <a:cubicBezTo>
                    <a:pt x="34" y="184"/>
                    <a:pt x="36" y="180"/>
                    <a:pt x="40" y="177"/>
                  </a:cubicBezTo>
                  <a:cubicBezTo>
                    <a:pt x="43" y="173"/>
                    <a:pt x="49" y="171"/>
                    <a:pt x="56" y="171"/>
                  </a:cubicBezTo>
                  <a:lnTo>
                    <a:pt x="73" y="171"/>
                  </a:lnTo>
                  <a:lnTo>
                    <a:pt x="73" y="33"/>
                  </a:lnTo>
                  <a:lnTo>
                    <a:pt x="76" y="33"/>
                  </a:lnTo>
                  <a:lnTo>
                    <a:pt x="76" y="171"/>
                  </a:lnTo>
                  <a:lnTo>
                    <a:pt x="93" y="171"/>
                  </a:lnTo>
                  <a:lnTo>
                    <a:pt x="93" y="15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28"/>
            <p:cNvSpPr/>
            <p:nvPr/>
          </p:nvSpPr>
          <p:spPr>
            <a:xfrm>
              <a:off x="3060701" y="6589713"/>
              <a:ext cx="30163" cy="76200"/>
            </a:xfrm>
            <a:custGeom>
              <a:rect b="b" l="l" r="r" t="t"/>
              <a:pathLst>
                <a:path extrusionOk="0" h="368" w="149">
                  <a:moveTo>
                    <a:pt x="93" y="154"/>
                  </a:moveTo>
                  <a:lnTo>
                    <a:pt x="109" y="154"/>
                  </a:lnTo>
                  <a:lnTo>
                    <a:pt x="109" y="0"/>
                  </a:lnTo>
                  <a:lnTo>
                    <a:pt x="40" y="0"/>
                  </a:lnTo>
                  <a:lnTo>
                    <a:pt x="40" y="154"/>
                  </a:lnTo>
                  <a:lnTo>
                    <a:pt x="56" y="154"/>
                  </a:lnTo>
                  <a:lnTo>
                    <a:pt x="56" y="137"/>
                  </a:lnTo>
                  <a:cubicBezTo>
                    <a:pt x="42" y="137"/>
                    <a:pt x="28" y="143"/>
                    <a:pt x="18" y="152"/>
                  </a:cubicBezTo>
                  <a:cubicBezTo>
                    <a:pt x="7" y="161"/>
                    <a:pt x="0" y="174"/>
                    <a:pt x="0" y="189"/>
                  </a:cubicBezTo>
                  <a:lnTo>
                    <a:pt x="0" y="368"/>
                  </a:lnTo>
                  <a:lnTo>
                    <a:pt x="149" y="368"/>
                  </a:lnTo>
                  <a:lnTo>
                    <a:pt x="149" y="189"/>
                  </a:lnTo>
                  <a:cubicBezTo>
                    <a:pt x="149" y="174"/>
                    <a:pt x="142" y="161"/>
                    <a:pt x="131" y="152"/>
                  </a:cubicBezTo>
                  <a:cubicBezTo>
                    <a:pt x="121" y="143"/>
                    <a:pt x="107" y="137"/>
                    <a:pt x="93" y="137"/>
                  </a:cubicBezTo>
                  <a:lnTo>
                    <a:pt x="93" y="137"/>
                  </a:lnTo>
                  <a:lnTo>
                    <a:pt x="93" y="154"/>
                  </a:lnTo>
                  <a:lnTo>
                    <a:pt x="109" y="154"/>
                  </a:lnTo>
                  <a:lnTo>
                    <a:pt x="93" y="154"/>
                  </a:lnTo>
                  <a:lnTo>
                    <a:pt x="93" y="171"/>
                  </a:lnTo>
                  <a:lnTo>
                    <a:pt x="93" y="171"/>
                  </a:lnTo>
                  <a:cubicBezTo>
                    <a:pt x="99" y="171"/>
                    <a:pt x="105" y="173"/>
                    <a:pt x="109" y="177"/>
                  </a:cubicBezTo>
                  <a:cubicBezTo>
                    <a:pt x="113" y="180"/>
                    <a:pt x="115" y="184"/>
                    <a:pt x="115" y="189"/>
                  </a:cubicBezTo>
                  <a:lnTo>
                    <a:pt x="115" y="335"/>
                  </a:lnTo>
                  <a:lnTo>
                    <a:pt x="34" y="335"/>
                  </a:lnTo>
                  <a:lnTo>
                    <a:pt x="34" y="189"/>
                  </a:lnTo>
                  <a:cubicBezTo>
                    <a:pt x="34" y="184"/>
                    <a:pt x="36" y="180"/>
                    <a:pt x="40" y="177"/>
                  </a:cubicBezTo>
                  <a:cubicBezTo>
                    <a:pt x="44" y="173"/>
                    <a:pt x="49" y="171"/>
                    <a:pt x="56" y="171"/>
                  </a:cubicBezTo>
                  <a:lnTo>
                    <a:pt x="73" y="171"/>
                  </a:lnTo>
                  <a:lnTo>
                    <a:pt x="73" y="33"/>
                  </a:lnTo>
                  <a:lnTo>
                    <a:pt x="76" y="33"/>
                  </a:lnTo>
                  <a:lnTo>
                    <a:pt x="76" y="171"/>
                  </a:lnTo>
                  <a:lnTo>
                    <a:pt x="93" y="171"/>
                  </a:lnTo>
                  <a:lnTo>
                    <a:pt x="93" y="15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28"/>
            <p:cNvSpPr/>
            <p:nvPr/>
          </p:nvSpPr>
          <p:spPr>
            <a:xfrm>
              <a:off x="2919413" y="6557963"/>
              <a:ext cx="23813" cy="95250"/>
            </a:xfrm>
            <a:custGeom>
              <a:rect b="b" l="l" r="r" t="t"/>
              <a:pathLst>
                <a:path extrusionOk="0" h="463" w="114">
                  <a:moveTo>
                    <a:pt x="57" y="40"/>
                  </a:moveTo>
                  <a:lnTo>
                    <a:pt x="57" y="57"/>
                  </a:lnTo>
                  <a:cubicBezTo>
                    <a:pt x="74" y="57"/>
                    <a:pt x="91" y="52"/>
                    <a:pt x="105" y="44"/>
                  </a:cubicBezTo>
                  <a:lnTo>
                    <a:pt x="97" y="29"/>
                  </a:lnTo>
                  <a:lnTo>
                    <a:pt x="80" y="29"/>
                  </a:lnTo>
                  <a:lnTo>
                    <a:pt x="80" y="430"/>
                  </a:lnTo>
                  <a:lnTo>
                    <a:pt x="34" y="430"/>
                  </a:lnTo>
                  <a:lnTo>
                    <a:pt x="34" y="29"/>
                  </a:lnTo>
                  <a:lnTo>
                    <a:pt x="17" y="29"/>
                  </a:lnTo>
                  <a:lnTo>
                    <a:pt x="9" y="44"/>
                  </a:lnTo>
                  <a:cubicBezTo>
                    <a:pt x="23" y="52"/>
                    <a:pt x="40" y="57"/>
                    <a:pt x="57" y="57"/>
                  </a:cubicBezTo>
                  <a:lnTo>
                    <a:pt x="57" y="40"/>
                  </a:lnTo>
                  <a:lnTo>
                    <a:pt x="57" y="23"/>
                  </a:lnTo>
                  <a:cubicBezTo>
                    <a:pt x="45" y="23"/>
                    <a:pt x="35" y="20"/>
                    <a:pt x="26" y="15"/>
                  </a:cubicBezTo>
                  <a:lnTo>
                    <a:pt x="0" y="0"/>
                  </a:lnTo>
                  <a:lnTo>
                    <a:pt x="0" y="463"/>
                  </a:lnTo>
                  <a:lnTo>
                    <a:pt x="114" y="463"/>
                  </a:lnTo>
                  <a:lnTo>
                    <a:pt x="114" y="0"/>
                  </a:lnTo>
                  <a:lnTo>
                    <a:pt x="89" y="15"/>
                  </a:lnTo>
                  <a:cubicBezTo>
                    <a:pt x="79" y="20"/>
                    <a:pt x="69" y="23"/>
                    <a:pt x="57" y="23"/>
                  </a:cubicBezTo>
                  <a:lnTo>
                    <a:pt x="57" y="4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28"/>
            <p:cNvSpPr/>
            <p:nvPr/>
          </p:nvSpPr>
          <p:spPr>
            <a:xfrm>
              <a:off x="2919413" y="6457951"/>
              <a:ext cx="79375" cy="82550"/>
            </a:xfrm>
            <a:custGeom>
              <a:rect b="b" l="l" r="r" t="t"/>
              <a:pathLst>
                <a:path extrusionOk="0" h="407" w="389">
                  <a:moveTo>
                    <a:pt x="357" y="17"/>
                  </a:moveTo>
                  <a:lnTo>
                    <a:pt x="343" y="7"/>
                  </a:lnTo>
                  <a:cubicBezTo>
                    <a:pt x="334" y="21"/>
                    <a:pt x="328" y="38"/>
                    <a:pt x="328" y="57"/>
                  </a:cubicBezTo>
                  <a:cubicBezTo>
                    <a:pt x="328" y="75"/>
                    <a:pt x="333" y="92"/>
                    <a:pt x="343" y="106"/>
                  </a:cubicBezTo>
                  <a:lnTo>
                    <a:pt x="357" y="96"/>
                  </a:lnTo>
                  <a:lnTo>
                    <a:pt x="357" y="80"/>
                  </a:lnTo>
                  <a:lnTo>
                    <a:pt x="183" y="80"/>
                  </a:lnTo>
                  <a:cubicBezTo>
                    <a:pt x="127" y="80"/>
                    <a:pt x="80" y="126"/>
                    <a:pt x="80" y="183"/>
                  </a:cubicBezTo>
                  <a:lnTo>
                    <a:pt x="80" y="377"/>
                  </a:lnTo>
                  <a:lnTo>
                    <a:pt x="97" y="377"/>
                  </a:lnTo>
                  <a:lnTo>
                    <a:pt x="105" y="363"/>
                  </a:lnTo>
                  <a:cubicBezTo>
                    <a:pt x="91" y="354"/>
                    <a:pt x="74" y="350"/>
                    <a:pt x="57" y="350"/>
                  </a:cubicBezTo>
                  <a:cubicBezTo>
                    <a:pt x="40" y="350"/>
                    <a:pt x="23" y="354"/>
                    <a:pt x="9" y="363"/>
                  </a:cubicBezTo>
                  <a:lnTo>
                    <a:pt x="17" y="377"/>
                  </a:lnTo>
                  <a:lnTo>
                    <a:pt x="34" y="377"/>
                  </a:lnTo>
                  <a:lnTo>
                    <a:pt x="34" y="183"/>
                  </a:lnTo>
                  <a:cubicBezTo>
                    <a:pt x="34" y="142"/>
                    <a:pt x="51" y="104"/>
                    <a:pt x="78" y="77"/>
                  </a:cubicBezTo>
                  <a:cubicBezTo>
                    <a:pt x="105" y="50"/>
                    <a:pt x="142" y="33"/>
                    <a:pt x="183" y="33"/>
                  </a:cubicBezTo>
                  <a:lnTo>
                    <a:pt x="357" y="33"/>
                  </a:lnTo>
                  <a:lnTo>
                    <a:pt x="357" y="17"/>
                  </a:lnTo>
                  <a:lnTo>
                    <a:pt x="343" y="7"/>
                  </a:lnTo>
                  <a:lnTo>
                    <a:pt x="357" y="17"/>
                  </a:lnTo>
                  <a:lnTo>
                    <a:pt x="357" y="0"/>
                  </a:lnTo>
                  <a:lnTo>
                    <a:pt x="183" y="0"/>
                  </a:lnTo>
                  <a:cubicBezTo>
                    <a:pt x="82" y="0"/>
                    <a:pt x="0" y="82"/>
                    <a:pt x="0" y="183"/>
                  </a:cubicBezTo>
                  <a:lnTo>
                    <a:pt x="0" y="407"/>
                  </a:lnTo>
                  <a:lnTo>
                    <a:pt x="26" y="392"/>
                  </a:lnTo>
                  <a:cubicBezTo>
                    <a:pt x="35" y="386"/>
                    <a:pt x="45" y="383"/>
                    <a:pt x="57" y="383"/>
                  </a:cubicBezTo>
                  <a:cubicBezTo>
                    <a:pt x="69" y="383"/>
                    <a:pt x="79" y="386"/>
                    <a:pt x="89" y="392"/>
                  </a:cubicBezTo>
                  <a:lnTo>
                    <a:pt x="114" y="407"/>
                  </a:lnTo>
                  <a:lnTo>
                    <a:pt x="114" y="183"/>
                  </a:lnTo>
                  <a:cubicBezTo>
                    <a:pt x="114" y="164"/>
                    <a:pt x="121" y="146"/>
                    <a:pt x="134" y="134"/>
                  </a:cubicBezTo>
                  <a:cubicBezTo>
                    <a:pt x="147" y="121"/>
                    <a:pt x="164" y="113"/>
                    <a:pt x="183" y="113"/>
                  </a:cubicBezTo>
                  <a:lnTo>
                    <a:pt x="389" y="113"/>
                  </a:lnTo>
                  <a:lnTo>
                    <a:pt x="371" y="87"/>
                  </a:lnTo>
                  <a:cubicBezTo>
                    <a:pt x="364" y="78"/>
                    <a:pt x="361" y="68"/>
                    <a:pt x="361" y="57"/>
                  </a:cubicBezTo>
                  <a:cubicBezTo>
                    <a:pt x="361" y="45"/>
                    <a:pt x="365" y="35"/>
                    <a:pt x="371" y="26"/>
                  </a:cubicBezTo>
                  <a:lnTo>
                    <a:pt x="389" y="0"/>
                  </a:lnTo>
                  <a:lnTo>
                    <a:pt x="357" y="0"/>
                  </a:lnTo>
                  <a:lnTo>
                    <a:pt x="357" y="1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28"/>
            <p:cNvSpPr/>
            <p:nvPr/>
          </p:nvSpPr>
          <p:spPr>
            <a:xfrm>
              <a:off x="3006726" y="6457951"/>
              <a:ext cx="33338" cy="65088"/>
            </a:xfrm>
            <a:custGeom>
              <a:rect b="b" l="l" r="r" t="t"/>
              <a:pathLst>
                <a:path extrusionOk="0" h="320" w="162">
                  <a:moveTo>
                    <a:pt x="145" y="183"/>
                  </a:moveTo>
                  <a:lnTo>
                    <a:pt x="129" y="183"/>
                  </a:lnTo>
                  <a:lnTo>
                    <a:pt x="129" y="287"/>
                  </a:lnTo>
                  <a:lnTo>
                    <a:pt x="82" y="287"/>
                  </a:lnTo>
                  <a:lnTo>
                    <a:pt x="82" y="183"/>
                  </a:lnTo>
                  <a:cubicBezTo>
                    <a:pt x="82" y="148"/>
                    <a:pt x="65" y="117"/>
                    <a:pt x="38" y="99"/>
                  </a:cubicBezTo>
                  <a:lnTo>
                    <a:pt x="29" y="112"/>
                  </a:lnTo>
                  <a:lnTo>
                    <a:pt x="39" y="126"/>
                  </a:lnTo>
                  <a:cubicBezTo>
                    <a:pt x="60" y="110"/>
                    <a:pt x="73" y="85"/>
                    <a:pt x="73" y="57"/>
                  </a:cubicBezTo>
                  <a:cubicBezTo>
                    <a:pt x="73" y="47"/>
                    <a:pt x="72" y="37"/>
                    <a:pt x="68" y="28"/>
                  </a:cubicBezTo>
                  <a:lnTo>
                    <a:pt x="53" y="34"/>
                  </a:lnTo>
                  <a:lnTo>
                    <a:pt x="45" y="49"/>
                  </a:lnTo>
                  <a:cubicBezTo>
                    <a:pt x="95" y="73"/>
                    <a:pt x="129" y="124"/>
                    <a:pt x="129" y="183"/>
                  </a:cubicBezTo>
                  <a:lnTo>
                    <a:pt x="145" y="183"/>
                  </a:lnTo>
                  <a:lnTo>
                    <a:pt x="162" y="183"/>
                  </a:lnTo>
                  <a:cubicBezTo>
                    <a:pt x="162" y="111"/>
                    <a:pt x="120" y="49"/>
                    <a:pt x="60" y="19"/>
                  </a:cubicBezTo>
                  <a:lnTo>
                    <a:pt x="22" y="0"/>
                  </a:lnTo>
                  <a:lnTo>
                    <a:pt x="37" y="40"/>
                  </a:lnTo>
                  <a:cubicBezTo>
                    <a:pt x="39" y="45"/>
                    <a:pt x="40" y="50"/>
                    <a:pt x="40" y="57"/>
                  </a:cubicBezTo>
                  <a:cubicBezTo>
                    <a:pt x="40" y="74"/>
                    <a:pt x="32" y="89"/>
                    <a:pt x="19" y="99"/>
                  </a:cubicBezTo>
                  <a:lnTo>
                    <a:pt x="0" y="113"/>
                  </a:lnTo>
                  <a:lnTo>
                    <a:pt x="19" y="126"/>
                  </a:lnTo>
                  <a:cubicBezTo>
                    <a:pt x="37" y="139"/>
                    <a:pt x="49" y="159"/>
                    <a:pt x="49" y="183"/>
                  </a:cubicBezTo>
                  <a:lnTo>
                    <a:pt x="49" y="320"/>
                  </a:lnTo>
                  <a:lnTo>
                    <a:pt x="162" y="320"/>
                  </a:lnTo>
                  <a:lnTo>
                    <a:pt x="162" y="183"/>
                  </a:lnTo>
                  <a:lnTo>
                    <a:pt x="145" y="18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28"/>
            <p:cNvSpPr/>
            <p:nvPr/>
          </p:nvSpPr>
          <p:spPr>
            <a:xfrm>
              <a:off x="2911476" y="6529388"/>
              <a:ext cx="39688" cy="39688"/>
            </a:xfrm>
            <a:custGeom>
              <a:rect b="b" l="l" r="r" t="t"/>
              <a:pathLst>
                <a:path extrusionOk="0" h="194" w="194">
                  <a:moveTo>
                    <a:pt x="177" y="97"/>
                  </a:moveTo>
                  <a:lnTo>
                    <a:pt x="161" y="97"/>
                  </a:lnTo>
                  <a:cubicBezTo>
                    <a:pt x="161" y="120"/>
                    <a:pt x="148" y="141"/>
                    <a:pt x="129" y="152"/>
                  </a:cubicBezTo>
                  <a:lnTo>
                    <a:pt x="129" y="152"/>
                  </a:lnTo>
                  <a:cubicBezTo>
                    <a:pt x="119" y="157"/>
                    <a:pt x="109" y="160"/>
                    <a:pt x="97" y="160"/>
                  </a:cubicBezTo>
                  <a:cubicBezTo>
                    <a:pt x="85" y="160"/>
                    <a:pt x="75" y="157"/>
                    <a:pt x="66" y="152"/>
                  </a:cubicBezTo>
                  <a:lnTo>
                    <a:pt x="65" y="152"/>
                  </a:lnTo>
                  <a:cubicBezTo>
                    <a:pt x="46" y="141"/>
                    <a:pt x="34" y="120"/>
                    <a:pt x="34" y="97"/>
                  </a:cubicBezTo>
                  <a:cubicBezTo>
                    <a:pt x="34" y="73"/>
                    <a:pt x="46" y="53"/>
                    <a:pt x="65" y="42"/>
                  </a:cubicBezTo>
                  <a:lnTo>
                    <a:pt x="66" y="42"/>
                  </a:lnTo>
                  <a:cubicBezTo>
                    <a:pt x="75" y="36"/>
                    <a:pt x="85" y="33"/>
                    <a:pt x="97" y="33"/>
                  </a:cubicBezTo>
                  <a:cubicBezTo>
                    <a:pt x="109" y="33"/>
                    <a:pt x="119" y="36"/>
                    <a:pt x="129" y="42"/>
                  </a:cubicBezTo>
                  <a:lnTo>
                    <a:pt x="129" y="42"/>
                  </a:lnTo>
                  <a:cubicBezTo>
                    <a:pt x="148" y="53"/>
                    <a:pt x="161" y="73"/>
                    <a:pt x="161" y="97"/>
                  </a:cubicBezTo>
                  <a:lnTo>
                    <a:pt x="177" y="97"/>
                  </a:lnTo>
                  <a:lnTo>
                    <a:pt x="194" y="97"/>
                  </a:lnTo>
                  <a:cubicBezTo>
                    <a:pt x="194" y="61"/>
                    <a:pt x="174" y="29"/>
                    <a:pt x="145" y="13"/>
                  </a:cubicBezTo>
                  <a:lnTo>
                    <a:pt x="145" y="13"/>
                  </a:lnTo>
                  <a:cubicBezTo>
                    <a:pt x="131" y="4"/>
                    <a:pt x="114" y="0"/>
                    <a:pt x="97" y="0"/>
                  </a:cubicBezTo>
                  <a:cubicBezTo>
                    <a:pt x="80" y="0"/>
                    <a:pt x="63" y="4"/>
                    <a:pt x="49" y="13"/>
                  </a:cubicBezTo>
                  <a:lnTo>
                    <a:pt x="49" y="13"/>
                  </a:lnTo>
                  <a:cubicBezTo>
                    <a:pt x="20" y="29"/>
                    <a:pt x="0" y="61"/>
                    <a:pt x="0" y="97"/>
                  </a:cubicBezTo>
                  <a:cubicBezTo>
                    <a:pt x="0" y="133"/>
                    <a:pt x="20" y="164"/>
                    <a:pt x="49" y="181"/>
                  </a:cubicBezTo>
                  <a:lnTo>
                    <a:pt x="57" y="166"/>
                  </a:lnTo>
                  <a:lnTo>
                    <a:pt x="49" y="181"/>
                  </a:lnTo>
                  <a:cubicBezTo>
                    <a:pt x="63" y="189"/>
                    <a:pt x="80" y="194"/>
                    <a:pt x="97" y="194"/>
                  </a:cubicBezTo>
                  <a:cubicBezTo>
                    <a:pt x="114" y="194"/>
                    <a:pt x="131" y="189"/>
                    <a:pt x="145" y="181"/>
                  </a:cubicBezTo>
                  <a:lnTo>
                    <a:pt x="137" y="166"/>
                  </a:lnTo>
                  <a:lnTo>
                    <a:pt x="145" y="181"/>
                  </a:lnTo>
                  <a:cubicBezTo>
                    <a:pt x="174" y="164"/>
                    <a:pt x="194" y="133"/>
                    <a:pt x="194" y="97"/>
                  </a:cubicBezTo>
                  <a:lnTo>
                    <a:pt x="177" y="9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28"/>
            <p:cNvSpPr/>
            <p:nvPr/>
          </p:nvSpPr>
          <p:spPr>
            <a:xfrm>
              <a:off x="2940051" y="6477001"/>
              <a:ext cx="57150" cy="61913"/>
            </a:xfrm>
            <a:custGeom>
              <a:rect b="b" l="l" r="r" t="t"/>
              <a:pathLst>
                <a:path extrusionOk="0" h="302" w="280">
                  <a:moveTo>
                    <a:pt x="24" y="302"/>
                  </a:moveTo>
                  <a:lnTo>
                    <a:pt x="280" y="22"/>
                  </a:lnTo>
                  <a:lnTo>
                    <a:pt x="256" y="0"/>
                  </a:lnTo>
                  <a:lnTo>
                    <a:pt x="0" y="279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28"/>
            <p:cNvSpPr/>
            <p:nvPr/>
          </p:nvSpPr>
          <p:spPr>
            <a:xfrm>
              <a:off x="2986088" y="6451601"/>
              <a:ext cx="36513" cy="34925"/>
            </a:xfrm>
            <a:custGeom>
              <a:rect b="b" l="l" r="r" t="t"/>
              <a:pathLst>
                <a:path extrusionOk="0" h="173" w="172">
                  <a:moveTo>
                    <a:pt x="156" y="87"/>
                  </a:moveTo>
                  <a:lnTo>
                    <a:pt x="139" y="87"/>
                  </a:lnTo>
                  <a:cubicBezTo>
                    <a:pt x="139" y="104"/>
                    <a:pt x="131" y="119"/>
                    <a:pt x="118" y="129"/>
                  </a:cubicBezTo>
                  <a:lnTo>
                    <a:pt x="118" y="129"/>
                  </a:lnTo>
                  <a:cubicBezTo>
                    <a:pt x="109" y="136"/>
                    <a:pt x="98" y="140"/>
                    <a:pt x="86" y="140"/>
                  </a:cubicBezTo>
                  <a:cubicBezTo>
                    <a:pt x="68" y="140"/>
                    <a:pt x="52" y="131"/>
                    <a:pt x="43" y="117"/>
                  </a:cubicBezTo>
                  <a:lnTo>
                    <a:pt x="43" y="117"/>
                  </a:lnTo>
                  <a:cubicBezTo>
                    <a:pt x="36" y="108"/>
                    <a:pt x="33" y="98"/>
                    <a:pt x="33" y="87"/>
                  </a:cubicBezTo>
                  <a:cubicBezTo>
                    <a:pt x="33" y="75"/>
                    <a:pt x="37" y="65"/>
                    <a:pt x="43" y="56"/>
                  </a:cubicBezTo>
                  <a:lnTo>
                    <a:pt x="43" y="56"/>
                  </a:lnTo>
                  <a:cubicBezTo>
                    <a:pt x="52" y="43"/>
                    <a:pt x="68" y="34"/>
                    <a:pt x="86" y="34"/>
                  </a:cubicBezTo>
                  <a:cubicBezTo>
                    <a:pt x="109" y="34"/>
                    <a:pt x="129" y="49"/>
                    <a:pt x="136" y="69"/>
                  </a:cubicBezTo>
                  <a:lnTo>
                    <a:pt x="136" y="70"/>
                  </a:lnTo>
                  <a:lnTo>
                    <a:pt x="136" y="70"/>
                  </a:lnTo>
                  <a:cubicBezTo>
                    <a:pt x="138" y="75"/>
                    <a:pt x="139" y="80"/>
                    <a:pt x="139" y="87"/>
                  </a:cubicBezTo>
                  <a:lnTo>
                    <a:pt x="156" y="87"/>
                  </a:lnTo>
                  <a:lnTo>
                    <a:pt x="172" y="87"/>
                  </a:lnTo>
                  <a:cubicBezTo>
                    <a:pt x="172" y="77"/>
                    <a:pt x="171" y="67"/>
                    <a:pt x="167" y="58"/>
                  </a:cubicBezTo>
                  <a:lnTo>
                    <a:pt x="152" y="64"/>
                  </a:lnTo>
                  <a:lnTo>
                    <a:pt x="167" y="59"/>
                  </a:lnTo>
                  <a:cubicBezTo>
                    <a:pt x="156" y="25"/>
                    <a:pt x="124" y="0"/>
                    <a:pt x="86" y="0"/>
                  </a:cubicBezTo>
                  <a:cubicBezTo>
                    <a:pt x="57" y="0"/>
                    <a:pt x="31" y="15"/>
                    <a:pt x="15" y="37"/>
                  </a:cubicBezTo>
                  <a:lnTo>
                    <a:pt x="15" y="37"/>
                  </a:lnTo>
                  <a:cubicBezTo>
                    <a:pt x="6" y="51"/>
                    <a:pt x="0" y="68"/>
                    <a:pt x="0" y="87"/>
                  </a:cubicBezTo>
                  <a:cubicBezTo>
                    <a:pt x="0" y="105"/>
                    <a:pt x="5" y="122"/>
                    <a:pt x="15" y="136"/>
                  </a:cubicBezTo>
                  <a:lnTo>
                    <a:pt x="29" y="126"/>
                  </a:lnTo>
                  <a:lnTo>
                    <a:pt x="15" y="136"/>
                  </a:lnTo>
                  <a:cubicBezTo>
                    <a:pt x="30" y="158"/>
                    <a:pt x="56" y="173"/>
                    <a:pt x="86" y="173"/>
                  </a:cubicBezTo>
                  <a:cubicBezTo>
                    <a:pt x="105" y="173"/>
                    <a:pt x="124" y="167"/>
                    <a:pt x="138" y="156"/>
                  </a:cubicBezTo>
                  <a:lnTo>
                    <a:pt x="138" y="156"/>
                  </a:lnTo>
                  <a:cubicBezTo>
                    <a:pt x="159" y="140"/>
                    <a:pt x="172" y="115"/>
                    <a:pt x="172" y="87"/>
                  </a:cubicBezTo>
                  <a:lnTo>
                    <a:pt x="156" y="8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28"/>
            <p:cNvSpPr/>
            <p:nvPr/>
          </p:nvSpPr>
          <p:spPr>
            <a:xfrm>
              <a:off x="2957513" y="6437313"/>
              <a:ext cx="50800" cy="23813"/>
            </a:xfrm>
            <a:custGeom>
              <a:rect b="b" l="l" r="r" t="t"/>
              <a:pathLst>
                <a:path extrusionOk="0" h="15" w="32">
                  <a:moveTo>
                    <a:pt x="5" y="15"/>
                  </a:moveTo>
                  <a:lnTo>
                    <a:pt x="5" y="4"/>
                  </a:lnTo>
                  <a:lnTo>
                    <a:pt x="27" y="4"/>
                  </a:lnTo>
                  <a:lnTo>
                    <a:pt x="27" y="11"/>
                  </a:lnTo>
                  <a:lnTo>
                    <a:pt x="32" y="11"/>
                  </a:lnTo>
                  <a:lnTo>
                    <a:pt x="32" y="0"/>
                  </a:lnTo>
                  <a:lnTo>
                    <a:pt x="0" y="0"/>
                  </a:lnTo>
                  <a:lnTo>
                    <a:pt x="0" y="15"/>
                  </a:lnTo>
                  <a:lnTo>
                    <a:pt x="5" y="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28"/>
            <p:cNvSpPr/>
            <p:nvPr/>
          </p:nvSpPr>
          <p:spPr>
            <a:xfrm>
              <a:off x="2922588" y="6540501"/>
              <a:ext cx="17463" cy="17463"/>
            </a:xfrm>
            <a:custGeom>
              <a:rect b="b" l="l" r="r" t="t"/>
              <a:pathLst>
                <a:path extrusionOk="0" h="85" w="86">
                  <a:moveTo>
                    <a:pt x="69" y="43"/>
                  </a:moveTo>
                  <a:lnTo>
                    <a:pt x="52" y="43"/>
                  </a:lnTo>
                  <a:cubicBezTo>
                    <a:pt x="52" y="48"/>
                    <a:pt x="48" y="52"/>
                    <a:pt x="43" y="52"/>
                  </a:cubicBezTo>
                  <a:cubicBezTo>
                    <a:pt x="38" y="52"/>
                    <a:pt x="34" y="48"/>
                    <a:pt x="34" y="43"/>
                  </a:cubicBezTo>
                  <a:cubicBezTo>
                    <a:pt x="34" y="38"/>
                    <a:pt x="38" y="33"/>
                    <a:pt x="43" y="33"/>
                  </a:cubicBezTo>
                  <a:cubicBezTo>
                    <a:pt x="48" y="33"/>
                    <a:pt x="52" y="38"/>
                    <a:pt x="52" y="43"/>
                  </a:cubicBezTo>
                  <a:lnTo>
                    <a:pt x="69" y="43"/>
                  </a:lnTo>
                  <a:lnTo>
                    <a:pt x="86" y="43"/>
                  </a:lnTo>
                  <a:cubicBezTo>
                    <a:pt x="86" y="19"/>
                    <a:pt x="67" y="0"/>
                    <a:pt x="43" y="0"/>
                  </a:cubicBezTo>
                  <a:cubicBezTo>
                    <a:pt x="19" y="0"/>
                    <a:pt x="0" y="19"/>
                    <a:pt x="0" y="43"/>
                  </a:cubicBezTo>
                  <a:cubicBezTo>
                    <a:pt x="0" y="66"/>
                    <a:pt x="19" y="85"/>
                    <a:pt x="43" y="85"/>
                  </a:cubicBezTo>
                  <a:cubicBezTo>
                    <a:pt x="67" y="85"/>
                    <a:pt x="86" y="66"/>
                    <a:pt x="86" y="43"/>
                  </a:cubicBezTo>
                  <a:lnTo>
                    <a:pt x="69" y="4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28"/>
            <p:cNvSpPr/>
            <p:nvPr/>
          </p:nvSpPr>
          <p:spPr>
            <a:xfrm>
              <a:off x="2997201" y="6483351"/>
              <a:ext cx="23813" cy="28575"/>
            </a:xfrm>
            <a:custGeom>
              <a:rect b="b" l="l" r="r" t="t"/>
              <a:pathLst>
                <a:path extrusionOk="0" h="141" w="110">
                  <a:moveTo>
                    <a:pt x="1" y="0"/>
                  </a:moveTo>
                  <a:cubicBezTo>
                    <a:pt x="1" y="7"/>
                    <a:pt x="0" y="15"/>
                    <a:pt x="0" y="23"/>
                  </a:cubicBezTo>
                  <a:cubicBezTo>
                    <a:pt x="0" y="50"/>
                    <a:pt x="4" y="78"/>
                    <a:pt x="19" y="102"/>
                  </a:cubicBezTo>
                  <a:cubicBezTo>
                    <a:pt x="27" y="113"/>
                    <a:pt x="38" y="123"/>
                    <a:pt x="51" y="130"/>
                  </a:cubicBezTo>
                  <a:cubicBezTo>
                    <a:pt x="65" y="137"/>
                    <a:pt x="81" y="141"/>
                    <a:pt x="100" y="141"/>
                  </a:cubicBezTo>
                  <a:cubicBezTo>
                    <a:pt x="104" y="141"/>
                    <a:pt x="107" y="141"/>
                    <a:pt x="110" y="140"/>
                  </a:cubicBezTo>
                  <a:lnTo>
                    <a:pt x="109" y="107"/>
                  </a:lnTo>
                  <a:cubicBezTo>
                    <a:pt x="106" y="107"/>
                    <a:pt x="103" y="108"/>
                    <a:pt x="100" y="108"/>
                  </a:cubicBezTo>
                  <a:cubicBezTo>
                    <a:pt x="86" y="108"/>
                    <a:pt x="75" y="105"/>
                    <a:pt x="66" y="101"/>
                  </a:cubicBezTo>
                  <a:cubicBezTo>
                    <a:pt x="54" y="94"/>
                    <a:pt x="47" y="85"/>
                    <a:pt x="41" y="71"/>
                  </a:cubicBezTo>
                  <a:cubicBezTo>
                    <a:pt x="36" y="58"/>
                    <a:pt x="34" y="41"/>
                    <a:pt x="34" y="23"/>
                  </a:cubicBezTo>
                  <a:cubicBezTo>
                    <a:pt x="34" y="16"/>
                    <a:pt x="34" y="9"/>
                    <a:pt x="35" y="3"/>
                  </a:cubicBezTo>
                  <a:lnTo>
                    <a:pt x="1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1" name="Google Shape;361;p28"/>
          <p:cNvSpPr txBox="1"/>
          <p:nvPr/>
        </p:nvSpPr>
        <p:spPr>
          <a:xfrm>
            <a:off x="6873000" y="1184223"/>
            <a:ext cx="5023070" cy="639779"/>
          </a:xfrm>
          <a:prstGeom prst="rect">
            <a:avLst/>
          </a:prstGeom>
          <a:solidFill>
            <a:srgbClr val="4A7B29"/>
          </a:solidFill>
          <a:ln>
            <a:noFill/>
          </a:ln>
        </p:spPr>
        <p:txBody>
          <a:bodyPr anchorCtr="0" anchor="ctr" bIns="81250" lIns="81250" spcFirstLastPara="1" rIns="81250" wrap="square" tIns="81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IN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Market Access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descr="{&quot;Key&quot;:&quot;POWER_USER_SHAPE_ICON&quot;,&quot;Value&quot;:&quot;POWER_USER_SHAPE_ICON_STYLE_1&quot;}" id="362" name="Google Shape;362;p28"/>
          <p:cNvGrpSpPr/>
          <p:nvPr/>
        </p:nvGrpSpPr>
        <p:grpSpPr>
          <a:xfrm>
            <a:off x="6189443" y="1110649"/>
            <a:ext cx="620210" cy="564605"/>
            <a:chOff x="8" y="28"/>
            <a:chExt cx="435" cy="396"/>
          </a:xfrm>
        </p:grpSpPr>
        <p:sp>
          <p:nvSpPr>
            <p:cNvPr id="363" name="Google Shape;363;p28"/>
            <p:cNvSpPr/>
            <p:nvPr/>
          </p:nvSpPr>
          <p:spPr>
            <a:xfrm>
              <a:off x="358" y="149"/>
              <a:ext cx="85" cy="80"/>
            </a:xfrm>
            <a:custGeom>
              <a:rect b="b" l="l" r="r" t="t"/>
              <a:pathLst>
                <a:path extrusionOk="0" h="55" w="59">
                  <a:moveTo>
                    <a:pt x="40" y="55"/>
                  </a:moveTo>
                  <a:lnTo>
                    <a:pt x="29" y="55"/>
                  </a:lnTo>
                  <a:cubicBezTo>
                    <a:pt x="26" y="55"/>
                    <a:pt x="23" y="52"/>
                    <a:pt x="23" y="48"/>
                  </a:cubicBezTo>
                  <a:cubicBezTo>
                    <a:pt x="23" y="45"/>
                    <a:pt x="26" y="42"/>
                    <a:pt x="29" y="42"/>
                  </a:cubicBezTo>
                  <a:lnTo>
                    <a:pt x="40" y="42"/>
                  </a:lnTo>
                  <a:cubicBezTo>
                    <a:pt x="44" y="42"/>
                    <a:pt x="47" y="39"/>
                    <a:pt x="47" y="36"/>
                  </a:cubicBezTo>
                  <a:lnTo>
                    <a:pt x="47" y="19"/>
                  </a:lnTo>
                  <a:cubicBezTo>
                    <a:pt x="47" y="15"/>
                    <a:pt x="44" y="12"/>
                    <a:pt x="40" y="12"/>
                  </a:cubicBezTo>
                  <a:lnTo>
                    <a:pt x="6" y="12"/>
                  </a:lnTo>
                  <a:cubicBezTo>
                    <a:pt x="2" y="12"/>
                    <a:pt x="0" y="10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lnTo>
                    <a:pt x="40" y="0"/>
                  </a:lnTo>
                  <a:cubicBezTo>
                    <a:pt x="51" y="0"/>
                    <a:pt x="59" y="8"/>
                    <a:pt x="59" y="19"/>
                  </a:cubicBezTo>
                  <a:lnTo>
                    <a:pt x="59" y="36"/>
                  </a:lnTo>
                  <a:cubicBezTo>
                    <a:pt x="59" y="46"/>
                    <a:pt x="51" y="55"/>
                    <a:pt x="40" y="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28"/>
            <p:cNvSpPr/>
            <p:nvPr/>
          </p:nvSpPr>
          <p:spPr>
            <a:xfrm>
              <a:off x="124" y="149"/>
              <a:ext cx="203" cy="17"/>
            </a:xfrm>
            <a:custGeom>
              <a:rect b="b" l="l" r="r" t="t"/>
              <a:pathLst>
                <a:path extrusionOk="0" h="12" w="140">
                  <a:moveTo>
                    <a:pt x="134" y="12"/>
                  </a:moveTo>
                  <a:lnTo>
                    <a:pt x="6" y="12"/>
                  </a:lnTo>
                  <a:cubicBezTo>
                    <a:pt x="2" y="12"/>
                    <a:pt x="0" y="10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lnTo>
                    <a:pt x="134" y="0"/>
                  </a:lnTo>
                  <a:cubicBezTo>
                    <a:pt x="138" y="0"/>
                    <a:pt x="140" y="3"/>
                    <a:pt x="140" y="6"/>
                  </a:cubicBezTo>
                  <a:cubicBezTo>
                    <a:pt x="140" y="10"/>
                    <a:pt x="138" y="12"/>
                    <a:pt x="134" y="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28"/>
            <p:cNvSpPr/>
            <p:nvPr/>
          </p:nvSpPr>
          <p:spPr>
            <a:xfrm>
              <a:off x="8" y="149"/>
              <a:ext cx="86" cy="80"/>
            </a:xfrm>
            <a:custGeom>
              <a:rect b="b" l="l" r="r" t="t"/>
              <a:pathLst>
                <a:path extrusionOk="0" h="55" w="59">
                  <a:moveTo>
                    <a:pt x="30" y="55"/>
                  </a:moveTo>
                  <a:lnTo>
                    <a:pt x="19" y="55"/>
                  </a:lnTo>
                  <a:cubicBezTo>
                    <a:pt x="8" y="55"/>
                    <a:pt x="0" y="46"/>
                    <a:pt x="0" y="36"/>
                  </a:cubicBezTo>
                  <a:lnTo>
                    <a:pt x="0" y="19"/>
                  </a:lnTo>
                  <a:cubicBezTo>
                    <a:pt x="0" y="8"/>
                    <a:pt x="8" y="0"/>
                    <a:pt x="19" y="0"/>
                  </a:cubicBezTo>
                  <a:lnTo>
                    <a:pt x="53" y="0"/>
                  </a:lnTo>
                  <a:cubicBezTo>
                    <a:pt x="57" y="0"/>
                    <a:pt x="59" y="3"/>
                    <a:pt x="59" y="6"/>
                  </a:cubicBezTo>
                  <a:cubicBezTo>
                    <a:pt x="59" y="10"/>
                    <a:pt x="57" y="12"/>
                    <a:pt x="53" y="12"/>
                  </a:cubicBezTo>
                  <a:lnTo>
                    <a:pt x="19" y="12"/>
                  </a:lnTo>
                  <a:cubicBezTo>
                    <a:pt x="15" y="12"/>
                    <a:pt x="13" y="15"/>
                    <a:pt x="13" y="19"/>
                  </a:cubicBezTo>
                  <a:lnTo>
                    <a:pt x="13" y="36"/>
                  </a:lnTo>
                  <a:cubicBezTo>
                    <a:pt x="13" y="39"/>
                    <a:pt x="15" y="42"/>
                    <a:pt x="19" y="42"/>
                  </a:cubicBezTo>
                  <a:lnTo>
                    <a:pt x="30" y="42"/>
                  </a:lnTo>
                  <a:cubicBezTo>
                    <a:pt x="33" y="42"/>
                    <a:pt x="36" y="45"/>
                    <a:pt x="36" y="48"/>
                  </a:cubicBezTo>
                  <a:cubicBezTo>
                    <a:pt x="36" y="52"/>
                    <a:pt x="33" y="55"/>
                    <a:pt x="30" y="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28"/>
            <p:cNvSpPr/>
            <p:nvPr/>
          </p:nvSpPr>
          <p:spPr>
            <a:xfrm>
              <a:off x="41" y="209"/>
              <a:ext cx="369" cy="215"/>
            </a:xfrm>
            <a:custGeom>
              <a:rect b="b" l="l" r="r" t="t"/>
              <a:pathLst>
                <a:path extrusionOk="0" h="148" w="254">
                  <a:moveTo>
                    <a:pt x="210" y="148"/>
                  </a:moveTo>
                  <a:lnTo>
                    <a:pt x="44" y="148"/>
                  </a:lnTo>
                  <a:cubicBezTo>
                    <a:pt x="36" y="148"/>
                    <a:pt x="28" y="141"/>
                    <a:pt x="26" y="131"/>
                  </a:cubicBezTo>
                  <a:lnTo>
                    <a:pt x="1" y="9"/>
                  </a:lnTo>
                  <a:cubicBezTo>
                    <a:pt x="0" y="5"/>
                    <a:pt x="2" y="2"/>
                    <a:pt x="5" y="1"/>
                  </a:cubicBezTo>
                  <a:cubicBezTo>
                    <a:pt x="9" y="1"/>
                    <a:pt x="12" y="3"/>
                    <a:pt x="13" y="6"/>
                  </a:cubicBezTo>
                  <a:lnTo>
                    <a:pt x="38" y="128"/>
                  </a:lnTo>
                  <a:cubicBezTo>
                    <a:pt x="38" y="131"/>
                    <a:pt x="41" y="135"/>
                    <a:pt x="44" y="135"/>
                  </a:cubicBezTo>
                  <a:lnTo>
                    <a:pt x="210" y="135"/>
                  </a:lnTo>
                  <a:cubicBezTo>
                    <a:pt x="212" y="135"/>
                    <a:pt x="214" y="135"/>
                    <a:pt x="216" y="127"/>
                  </a:cubicBezTo>
                  <a:lnTo>
                    <a:pt x="241" y="6"/>
                  </a:lnTo>
                  <a:cubicBezTo>
                    <a:pt x="242" y="3"/>
                    <a:pt x="245" y="0"/>
                    <a:pt x="249" y="1"/>
                  </a:cubicBezTo>
                  <a:cubicBezTo>
                    <a:pt x="252" y="2"/>
                    <a:pt x="254" y="5"/>
                    <a:pt x="253" y="9"/>
                  </a:cubicBezTo>
                  <a:lnTo>
                    <a:pt x="228" y="130"/>
                  </a:lnTo>
                  <a:cubicBezTo>
                    <a:pt x="226" y="139"/>
                    <a:pt x="222" y="148"/>
                    <a:pt x="210" y="14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28"/>
            <p:cNvSpPr/>
            <p:nvPr/>
          </p:nvSpPr>
          <p:spPr>
            <a:xfrm>
              <a:off x="282" y="28"/>
              <a:ext cx="96" cy="169"/>
            </a:xfrm>
            <a:custGeom>
              <a:rect b="b" l="l" r="r" t="t"/>
              <a:pathLst>
                <a:path extrusionOk="0" h="116" w="66">
                  <a:moveTo>
                    <a:pt x="43" y="116"/>
                  </a:moveTo>
                  <a:cubicBezTo>
                    <a:pt x="33" y="116"/>
                    <a:pt x="25" y="110"/>
                    <a:pt x="22" y="100"/>
                  </a:cubicBezTo>
                  <a:lnTo>
                    <a:pt x="1" y="31"/>
                  </a:lnTo>
                  <a:cubicBezTo>
                    <a:pt x="0" y="25"/>
                    <a:pt x="0" y="19"/>
                    <a:pt x="3" y="14"/>
                  </a:cubicBezTo>
                  <a:cubicBezTo>
                    <a:pt x="6" y="9"/>
                    <a:pt x="10" y="5"/>
                    <a:pt x="16" y="3"/>
                  </a:cubicBezTo>
                  <a:cubicBezTo>
                    <a:pt x="28" y="0"/>
                    <a:pt x="40" y="7"/>
                    <a:pt x="43" y="18"/>
                  </a:cubicBezTo>
                  <a:lnTo>
                    <a:pt x="64" y="88"/>
                  </a:lnTo>
                  <a:cubicBezTo>
                    <a:pt x="66" y="93"/>
                    <a:pt x="65" y="99"/>
                    <a:pt x="62" y="105"/>
                  </a:cubicBezTo>
                  <a:cubicBezTo>
                    <a:pt x="59" y="110"/>
                    <a:pt x="55" y="113"/>
                    <a:pt x="49" y="115"/>
                  </a:cubicBezTo>
                  <a:cubicBezTo>
                    <a:pt x="47" y="116"/>
                    <a:pt x="45" y="116"/>
                    <a:pt x="43" y="116"/>
                  </a:cubicBezTo>
                  <a:close/>
                  <a:moveTo>
                    <a:pt x="22" y="15"/>
                  </a:moveTo>
                  <a:cubicBezTo>
                    <a:pt x="21" y="15"/>
                    <a:pt x="20" y="15"/>
                    <a:pt x="20" y="15"/>
                  </a:cubicBezTo>
                  <a:cubicBezTo>
                    <a:pt x="15" y="17"/>
                    <a:pt x="12" y="22"/>
                    <a:pt x="13" y="27"/>
                  </a:cubicBezTo>
                  <a:lnTo>
                    <a:pt x="34" y="97"/>
                  </a:lnTo>
                  <a:cubicBezTo>
                    <a:pt x="35" y="102"/>
                    <a:pt x="41" y="105"/>
                    <a:pt x="46" y="103"/>
                  </a:cubicBezTo>
                  <a:cubicBezTo>
                    <a:pt x="51" y="102"/>
                    <a:pt x="53" y="96"/>
                    <a:pt x="52" y="91"/>
                  </a:cubicBezTo>
                  <a:lnTo>
                    <a:pt x="31" y="22"/>
                  </a:lnTo>
                  <a:cubicBezTo>
                    <a:pt x="30" y="18"/>
                    <a:pt x="26" y="15"/>
                    <a:pt x="22" y="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28"/>
            <p:cNvSpPr/>
            <p:nvPr/>
          </p:nvSpPr>
          <p:spPr>
            <a:xfrm>
              <a:off x="73" y="28"/>
              <a:ext cx="96" cy="169"/>
            </a:xfrm>
            <a:custGeom>
              <a:rect b="b" l="l" r="r" t="t"/>
              <a:pathLst>
                <a:path extrusionOk="0" h="116" w="66">
                  <a:moveTo>
                    <a:pt x="23" y="116"/>
                  </a:moveTo>
                  <a:cubicBezTo>
                    <a:pt x="21" y="116"/>
                    <a:pt x="19" y="116"/>
                    <a:pt x="17" y="115"/>
                  </a:cubicBezTo>
                  <a:cubicBezTo>
                    <a:pt x="11" y="113"/>
                    <a:pt x="7" y="110"/>
                    <a:pt x="4" y="105"/>
                  </a:cubicBezTo>
                  <a:cubicBezTo>
                    <a:pt x="1" y="99"/>
                    <a:pt x="0" y="93"/>
                    <a:pt x="2" y="88"/>
                  </a:cubicBezTo>
                  <a:lnTo>
                    <a:pt x="23" y="18"/>
                  </a:lnTo>
                  <a:cubicBezTo>
                    <a:pt x="26" y="7"/>
                    <a:pt x="38" y="0"/>
                    <a:pt x="50" y="3"/>
                  </a:cubicBezTo>
                  <a:cubicBezTo>
                    <a:pt x="56" y="5"/>
                    <a:pt x="60" y="9"/>
                    <a:pt x="63" y="14"/>
                  </a:cubicBezTo>
                  <a:cubicBezTo>
                    <a:pt x="66" y="19"/>
                    <a:pt x="66" y="25"/>
                    <a:pt x="65" y="31"/>
                  </a:cubicBezTo>
                  <a:lnTo>
                    <a:pt x="44" y="100"/>
                  </a:lnTo>
                  <a:cubicBezTo>
                    <a:pt x="41" y="110"/>
                    <a:pt x="33" y="116"/>
                    <a:pt x="23" y="116"/>
                  </a:cubicBezTo>
                  <a:close/>
                  <a:moveTo>
                    <a:pt x="44" y="15"/>
                  </a:moveTo>
                  <a:cubicBezTo>
                    <a:pt x="40" y="15"/>
                    <a:pt x="36" y="18"/>
                    <a:pt x="35" y="22"/>
                  </a:cubicBezTo>
                  <a:lnTo>
                    <a:pt x="14" y="91"/>
                  </a:lnTo>
                  <a:cubicBezTo>
                    <a:pt x="13" y="96"/>
                    <a:pt x="15" y="102"/>
                    <a:pt x="20" y="103"/>
                  </a:cubicBezTo>
                  <a:cubicBezTo>
                    <a:pt x="25" y="105"/>
                    <a:pt x="31" y="102"/>
                    <a:pt x="32" y="97"/>
                  </a:cubicBezTo>
                  <a:lnTo>
                    <a:pt x="53" y="27"/>
                  </a:lnTo>
                  <a:cubicBezTo>
                    <a:pt x="54" y="22"/>
                    <a:pt x="51" y="17"/>
                    <a:pt x="46" y="15"/>
                  </a:cubicBezTo>
                  <a:cubicBezTo>
                    <a:pt x="46" y="15"/>
                    <a:pt x="45" y="15"/>
                    <a:pt x="44" y="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28"/>
            <p:cNvSpPr/>
            <p:nvPr/>
          </p:nvSpPr>
          <p:spPr>
            <a:xfrm>
              <a:off x="114" y="255"/>
              <a:ext cx="40" cy="108"/>
            </a:xfrm>
            <a:custGeom>
              <a:rect b="b" l="l" r="r" t="t"/>
              <a:pathLst>
                <a:path extrusionOk="0" h="74" w="28">
                  <a:moveTo>
                    <a:pt x="21" y="74"/>
                  </a:moveTo>
                  <a:cubicBezTo>
                    <a:pt x="18" y="74"/>
                    <a:pt x="15" y="72"/>
                    <a:pt x="15" y="69"/>
                  </a:cubicBezTo>
                  <a:lnTo>
                    <a:pt x="1" y="8"/>
                  </a:lnTo>
                  <a:cubicBezTo>
                    <a:pt x="0" y="5"/>
                    <a:pt x="2" y="1"/>
                    <a:pt x="6" y="0"/>
                  </a:cubicBezTo>
                  <a:cubicBezTo>
                    <a:pt x="9" y="0"/>
                    <a:pt x="12" y="2"/>
                    <a:pt x="13" y="5"/>
                  </a:cubicBezTo>
                  <a:lnTo>
                    <a:pt x="27" y="66"/>
                  </a:lnTo>
                  <a:cubicBezTo>
                    <a:pt x="28" y="69"/>
                    <a:pt x="26" y="73"/>
                    <a:pt x="22" y="74"/>
                  </a:cubicBezTo>
                  <a:cubicBezTo>
                    <a:pt x="22" y="74"/>
                    <a:pt x="21" y="74"/>
                    <a:pt x="21" y="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28"/>
            <p:cNvSpPr/>
            <p:nvPr/>
          </p:nvSpPr>
          <p:spPr>
            <a:xfrm>
              <a:off x="295" y="255"/>
              <a:ext cx="41" cy="108"/>
            </a:xfrm>
            <a:custGeom>
              <a:rect b="b" l="l" r="r" t="t"/>
              <a:pathLst>
                <a:path extrusionOk="0" h="74" w="28">
                  <a:moveTo>
                    <a:pt x="7" y="74"/>
                  </a:moveTo>
                  <a:cubicBezTo>
                    <a:pt x="7" y="74"/>
                    <a:pt x="6" y="74"/>
                    <a:pt x="6" y="74"/>
                  </a:cubicBezTo>
                  <a:cubicBezTo>
                    <a:pt x="2" y="73"/>
                    <a:pt x="0" y="70"/>
                    <a:pt x="1" y="66"/>
                  </a:cubicBezTo>
                  <a:lnTo>
                    <a:pt x="15" y="5"/>
                  </a:lnTo>
                  <a:cubicBezTo>
                    <a:pt x="15" y="2"/>
                    <a:pt x="19" y="0"/>
                    <a:pt x="22" y="0"/>
                  </a:cubicBezTo>
                  <a:cubicBezTo>
                    <a:pt x="25" y="1"/>
                    <a:pt x="28" y="5"/>
                    <a:pt x="27" y="8"/>
                  </a:cubicBezTo>
                  <a:lnTo>
                    <a:pt x="13" y="69"/>
                  </a:lnTo>
                  <a:cubicBezTo>
                    <a:pt x="12" y="72"/>
                    <a:pt x="10" y="74"/>
                    <a:pt x="7" y="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28"/>
            <p:cNvSpPr/>
            <p:nvPr/>
          </p:nvSpPr>
          <p:spPr>
            <a:xfrm>
              <a:off x="182" y="254"/>
              <a:ext cx="26" cy="109"/>
            </a:xfrm>
            <a:custGeom>
              <a:rect b="b" l="l" r="r" t="t"/>
              <a:pathLst>
                <a:path extrusionOk="0" h="75" w="18">
                  <a:moveTo>
                    <a:pt x="11" y="75"/>
                  </a:moveTo>
                  <a:cubicBezTo>
                    <a:pt x="8" y="75"/>
                    <a:pt x="5" y="72"/>
                    <a:pt x="5" y="69"/>
                  </a:cubicBezTo>
                  <a:lnTo>
                    <a:pt x="0" y="7"/>
                  </a:lnTo>
                  <a:cubicBezTo>
                    <a:pt x="0" y="3"/>
                    <a:pt x="2" y="0"/>
                    <a:pt x="6" y="0"/>
                  </a:cubicBezTo>
                  <a:cubicBezTo>
                    <a:pt x="9" y="0"/>
                    <a:pt x="12" y="2"/>
                    <a:pt x="12" y="6"/>
                  </a:cubicBezTo>
                  <a:lnTo>
                    <a:pt x="17" y="68"/>
                  </a:lnTo>
                  <a:cubicBezTo>
                    <a:pt x="18" y="71"/>
                    <a:pt x="15" y="74"/>
                    <a:pt x="12" y="75"/>
                  </a:cubicBezTo>
                  <a:cubicBezTo>
                    <a:pt x="12" y="75"/>
                    <a:pt x="11" y="75"/>
                    <a:pt x="11" y="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28"/>
            <p:cNvSpPr/>
            <p:nvPr/>
          </p:nvSpPr>
          <p:spPr>
            <a:xfrm>
              <a:off x="243" y="254"/>
              <a:ext cx="26" cy="109"/>
            </a:xfrm>
            <a:custGeom>
              <a:rect b="b" l="l" r="r" t="t"/>
              <a:pathLst>
                <a:path extrusionOk="0" h="75" w="18">
                  <a:moveTo>
                    <a:pt x="7" y="75"/>
                  </a:moveTo>
                  <a:cubicBezTo>
                    <a:pt x="7" y="75"/>
                    <a:pt x="6" y="75"/>
                    <a:pt x="6" y="75"/>
                  </a:cubicBezTo>
                  <a:cubicBezTo>
                    <a:pt x="3" y="74"/>
                    <a:pt x="0" y="71"/>
                    <a:pt x="1" y="68"/>
                  </a:cubicBezTo>
                  <a:lnTo>
                    <a:pt x="6" y="6"/>
                  </a:lnTo>
                  <a:cubicBezTo>
                    <a:pt x="6" y="2"/>
                    <a:pt x="9" y="0"/>
                    <a:pt x="12" y="0"/>
                  </a:cubicBezTo>
                  <a:cubicBezTo>
                    <a:pt x="16" y="0"/>
                    <a:pt x="18" y="3"/>
                    <a:pt x="18" y="7"/>
                  </a:cubicBezTo>
                  <a:lnTo>
                    <a:pt x="13" y="69"/>
                  </a:lnTo>
                  <a:cubicBezTo>
                    <a:pt x="13" y="72"/>
                    <a:pt x="10" y="75"/>
                    <a:pt x="7" y="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3" name="Google Shape;373;p28"/>
          <p:cNvSpPr/>
          <p:nvPr/>
        </p:nvSpPr>
        <p:spPr>
          <a:xfrm>
            <a:off x="2362800" y="6172500"/>
            <a:ext cx="20154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8D8D8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Resource Provisions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74" name="Google Shape;374;p28"/>
          <p:cNvSpPr/>
          <p:nvPr/>
        </p:nvSpPr>
        <p:spPr>
          <a:xfrm>
            <a:off x="4378175" y="6172500"/>
            <a:ext cx="21312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1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Convergence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75" name="Google Shape;375;p28"/>
          <p:cNvSpPr/>
          <p:nvPr/>
        </p:nvSpPr>
        <p:spPr>
          <a:xfrm>
            <a:off x="6491075" y="6172500"/>
            <a:ext cx="18879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Examples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76" name="Google Shape;376;p28"/>
          <p:cNvSpPr/>
          <p:nvPr/>
        </p:nvSpPr>
        <p:spPr>
          <a:xfrm>
            <a:off x="8327638" y="6172500"/>
            <a:ext cx="24348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Questions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9"/>
          <p:cNvSpPr txBox="1"/>
          <p:nvPr>
            <p:ph type="title"/>
          </p:nvPr>
        </p:nvSpPr>
        <p:spPr>
          <a:xfrm>
            <a:off x="135347" y="54782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11"/>
              <a:buNone/>
            </a:pPr>
            <a:r>
              <a:rPr lang="en-IN" sz="2800">
                <a:latin typeface="Arial"/>
                <a:ea typeface="Arial"/>
                <a:cs typeface="Arial"/>
                <a:sym typeface="Arial"/>
              </a:rPr>
              <a:t>Scope of convergence: </a:t>
            </a:r>
            <a:r>
              <a:rPr b="1" lang="en-IN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Animal Husbandry</a:t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9"/>
          <p:cNvSpPr txBox="1"/>
          <p:nvPr/>
        </p:nvSpPr>
        <p:spPr>
          <a:xfrm>
            <a:off x="823000" y="730819"/>
            <a:ext cx="4828200" cy="630900"/>
          </a:xfrm>
          <a:prstGeom prst="rect">
            <a:avLst/>
          </a:prstGeom>
          <a:solidFill>
            <a:srgbClr val="4A7B29"/>
          </a:solidFill>
          <a:ln>
            <a:noFill/>
          </a:ln>
        </p:spPr>
        <p:txBody>
          <a:bodyPr anchorCtr="0" anchor="ctr" bIns="60925" lIns="60925" spcFirstLastPara="1" rIns="60925" wrap="square" tIns="609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Livestock Extension</a:t>
            </a:r>
            <a:endParaRPr b="1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29"/>
          <p:cNvSpPr txBox="1"/>
          <p:nvPr/>
        </p:nvSpPr>
        <p:spPr>
          <a:xfrm>
            <a:off x="-152122" y="1423268"/>
            <a:ext cx="59271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50" lIns="356225" spcFirstLastPara="1" rIns="151700" wrap="square" tIns="27050">
            <a:noAutofit/>
          </a:bodyPr>
          <a:lstStyle/>
          <a:p>
            <a:pPr indent="-342900" lvl="1" marL="342900" marR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b="0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National Livestock Mission (NLM)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342900" marR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b="0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Dairy Entrepreneurship Development Scheme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342900" marR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b="0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Dairy Processing and Infrastructure Development Fund (DIDF)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342900" marR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b="0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National Animal Disease Control Programme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342900" marR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b="0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Livestock Health and Disease Control (LH &amp; DC)</a:t>
            </a:r>
            <a:endParaRPr b="0" i="0" sz="14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descr="{&quot;Key&quot;:&quot;POWER_USER_SHAPE_ICON&quot;,&quot;Value&quot;:&quot;POWER_USER_SHAPE_ICON_STYLE_1&quot;}" id="384" name="Google Shape;384;p29"/>
          <p:cNvGrpSpPr/>
          <p:nvPr/>
        </p:nvGrpSpPr>
        <p:grpSpPr>
          <a:xfrm>
            <a:off x="43506" y="807943"/>
            <a:ext cx="743602" cy="495272"/>
            <a:chOff x="5740400" y="6272213"/>
            <a:chExt cx="850900" cy="566738"/>
          </a:xfrm>
        </p:grpSpPr>
        <p:sp>
          <p:nvSpPr>
            <p:cNvPr id="385" name="Google Shape;385;p29"/>
            <p:cNvSpPr/>
            <p:nvPr/>
          </p:nvSpPr>
          <p:spPr>
            <a:xfrm>
              <a:off x="6113463" y="6278563"/>
              <a:ext cx="122238" cy="84138"/>
            </a:xfrm>
            <a:custGeom>
              <a:rect b="b" l="l" r="r" t="t"/>
              <a:pathLst>
                <a:path extrusionOk="0" h="1189" w="1724">
                  <a:moveTo>
                    <a:pt x="1280" y="1189"/>
                  </a:moveTo>
                  <a:cubicBezTo>
                    <a:pt x="1243" y="1189"/>
                    <a:pt x="1206" y="1175"/>
                    <a:pt x="1178" y="1147"/>
                  </a:cubicBezTo>
                  <a:cubicBezTo>
                    <a:pt x="1123" y="1091"/>
                    <a:pt x="1125" y="1001"/>
                    <a:pt x="1180" y="946"/>
                  </a:cubicBezTo>
                  <a:cubicBezTo>
                    <a:pt x="1322" y="808"/>
                    <a:pt x="1399" y="561"/>
                    <a:pt x="1288" y="414"/>
                  </a:cubicBezTo>
                  <a:cubicBezTo>
                    <a:pt x="1201" y="298"/>
                    <a:pt x="1155" y="286"/>
                    <a:pt x="1139" y="285"/>
                  </a:cubicBezTo>
                  <a:cubicBezTo>
                    <a:pt x="1116" y="286"/>
                    <a:pt x="1086" y="289"/>
                    <a:pt x="1069" y="307"/>
                  </a:cubicBezTo>
                  <a:cubicBezTo>
                    <a:pt x="1055" y="323"/>
                    <a:pt x="1048" y="348"/>
                    <a:pt x="1050" y="380"/>
                  </a:cubicBezTo>
                  <a:cubicBezTo>
                    <a:pt x="1056" y="453"/>
                    <a:pt x="1006" y="517"/>
                    <a:pt x="935" y="531"/>
                  </a:cubicBezTo>
                  <a:cubicBezTo>
                    <a:pt x="864" y="543"/>
                    <a:pt x="794" y="501"/>
                    <a:pt x="773" y="432"/>
                  </a:cubicBezTo>
                  <a:cubicBezTo>
                    <a:pt x="757" y="377"/>
                    <a:pt x="713" y="322"/>
                    <a:pt x="676" y="329"/>
                  </a:cubicBezTo>
                  <a:cubicBezTo>
                    <a:pt x="657" y="333"/>
                    <a:pt x="638" y="347"/>
                    <a:pt x="630" y="364"/>
                  </a:cubicBezTo>
                  <a:cubicBezTo>
                    <a:pt x="625" y="375"/>
                    <a:pt x="626" y="382"/>
                    <a:pt x="630" y="390"/>
                  </a:cubicBezTo>
                  <a:lnTo>
                    <a:pt x="630" y="390"/>
                  </a:lnTo>
                  <a:cubicBezTo>
                    <a:pt x="665" y="460"/>
                    <a:pt x="636" y="545"/>
                    <a:pt x="566" y="580"/>
                  </a:cubicBezTo>
                  <a:cubicBezTo>
                    <a:pt x="496" y="614"/>
                    <a:pt x="411" y="586"/>
                    <a:pt x="376" y="516"/>
                  </a:cubicBezTo>
                  <a:lnTo>
                    <a:pt x="376" y="516"/>
                  </a:lnTo>
                  <a:lnTo>
                    <a:pt x="376" y="516"/>
                  </a:lnTo>
                  <a:cubicBezTo>
                    <a:pt x="360" y="483"/>
                    <a:pt x="324" y="462"/>
                    <a:pt x="314" y="462"/>
                  </a:cubicBezTo>
                  <a:cubicBezTo>
                    <a:pt x="314" y="462"/>
                    <a:pt x="308" y="464"/>
                    <a:pt x="297" y="478"/>
                  </a:cubicBezTo>
                  <a:cubicBezTo>
                    <a:pt x="295" y="490"/>
                    <a:pt x="304" y="517"/>
                    <a:pt x="314" y="523"/>
                  </a:cubicBezTo>
                  <a:cubicBezTo>
                    <a:pt x="387" y="553"/>
                    <a:pt x="421" y="635"/>
                    <a:pt x="391" y="707"/>
                  </a:cubicBezTo>
                  <a:cubicBezTo>
                    <a:pt x="361" y="780"/>
                    <a:pt x="278" y="814"/>
                    <a:pt x="206" y="785"/>
                  </a:cubicBezTo>
                  <a:cubicBezTo>
                    <a:pt x="119" y="749"/>
                    <a:pt x="52" y="668"/>
                    <a:pt x="25" y="569"/>
                  </a:cubicBezTo>
                  <a:cubicBezTo>
                    <a:pt x="0" y="472"/>
                    <a:pt x="16" y="377"/>
                    <a:pt x="72" y="306"/>
                  </a:cubicBezTo>
                  <a:cubicBezTo>
                    <a:pt x="143" y="214"/>
                    <a:pt x="240" y="170"/>
                    <a:pt x="344" y="181"/>
                  </a:cubicBezTo>
                  <a:cubicBezTo>
                    <a:pt x="365" y="182"/>
                    <a:pt x="384" y="187"/>
                    <a:pt x="403" y="192"/>
                  </a:cubicBezTo>
                  <a:cubicBezTo>
                    <a:pt x="454" y="121"/>
                    <a:pt x="531" y="70"/>
                    <a:pt x="619" y="52"/>
                  </a:cubicBezTo>
                  <a:cubicBezTo>
                    <a:pt x="715" y="32"/>
                    <a:pt x="801" y="56"/>
                    <a:pt x="872" y="104"/>
                  </a:cubicBezTo>
                  <a:cubicBezTo>
                    <a:pt x="940" y="37"/>
                    <a:pt x="1035" y="0"/>
                    <a:pt x="1142" y="2"/>
                  </a:cubicBezTo>
                  <a:cubicBezTo>
                    <a:pt x="1314" y="4"/>
                    <a:pt x="1437" y="141"/>
                    <a:pt x="1514" y="243"/>
                  </a:cubicBezTo>
                  <a:cubicBezTo>
                    <a:pt x="1724" y="522"/>
                    <a:pt x="1610" y="922"/>
                    <a:pt x="1379" y="1149"/>
                  </a:cubicBezTo>
                  <a:cubicBezTo>
                    <a:pt x="1351" y="1176"/>
                    <a:pt x="1315" y="1189"/>
                    <a:pt x="1280" y="1189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29"/>
            <p:cNvSpPr/>
            <p:nvPr/>
          </p:nvSpPr>
          <p:spPr>
            <a:xfrm>
              <a:off x="6102350" y="6338888"/>
              <a:ext cx="58738" cy="77788"/>
            </a:xfrm>
            <a:custGeom>
              <a:rect b="b" l="l" r="r" t="t"/>
              <a:pathLst>
                <a:path extrusionOk="0" h="1096" w="834">
                  <a:moveTo>
                    <a:pt x="400" y="1096"/>
                  </a:moveTo>
                  <a:cubicBezTo>
                    <a:pt x="311" y="1096"/>
                    <a:pt x="228" y="1072"/>
                    <a:pt x="163" y="1026"/>
                  </a:cubicBezTo>
                  <a:cubicBezTo>
                    <a:pt x="87" y="972"/>
                    <a:pt x="39" y="890"/>
                    <a:pt x="27" y="795"/>
                  </a:cubicBezTo>
                  <a:cubicBezTo>
                    <a:pt x="0" y="595"/>
                    <a:pt x="110" y="472"/>
                    <a:pt x="189" y="382"/>
                  </a:cubicBezTo>
                  <a:cubicBezTo>
                    <a:pt x="232" y="334"/>
                    <a:pt x="268" y="293"/>
                    <a:pt x="281" y="249"/>
                  </a:cubicBezTo>
                  <a:cubicBezTo>
                    <a:pt x="282" y="245"/>
                    <a:pt x="283" y="234"/>
                    <a:pt x="283" y="226"/>
                  </a:cubicBezTo>
                  <a:cubicBezTo>
                    <a:pt x="287" y="178"/>
                    <a:pt x="292" y="105"/>
                    <a:pt x="350" y="53"/>
                  </a:cubicBezTo>
                  <a:cubicBezTo>
                    <a:pt x="408" y="0"/>
                    <a:pt x="497" y="5"/>
                    <a:pt x="550" y="63"/>
                  </a:cubicBezTo>
                  <a:cubicBezTo>
                    <a:pt x="593" y="110"/>
                    <a:pt x="598" y="178"/>
                    <a:pt x="567" y="230"/>
                  </a:cubicBezTo>
                  <a:cubicBezTo>
                    <a:pt x="566" y="236"/>
                    <a:pt x="566" y="243"/>
                    <a:pt x="565" y="248"/>
                  </a:cubicBezTo>
                  <a:cubicBezTo>
                    <a:pt x="564" y="271"/>
                    <a:pt x="562" y="297"/>
                    <a:pt x="554" y="323"/>
                  </a:cubicBezTo>
                  <a:cubicBezTo>
                    <a:pt x="525" y="431"/>
                    <a:pt x="459" y="505"/>
                    <a:pt x="401" y="570"/>
                  </a:cubicBezTo>
                  <a:cubicBezTo>
                    <a:pt x="326" y="654"/>
                    <a:pt x="299" y="692"/>
                    <a:pt x="307" y="758"/>
                  </a:cubicBezTo>
                  <a:cubicBezTo>
                    <a:pt x="310" y="780"/>
                    <a:pt x="319" y="788"/>
                    <a:pt x="327" y="795"/>
                  </a:cubicBezTo>
                  <a:cubicBezTo>
                    <a:pt x="353" y="813"/>
                    <a:pt x="400" y="818"/>
                    <a:pt x="447" y="808"/>
                  </a:cubicBezTo>
                  <a:cubicBezTo>
                    <a:pt x="453" y="807"/>
                    <a:pt x="455" y="805"/>
                    <a:pt x="455" y="805"/>
                  </a:cubicBezTo>
                  <a:cubicBezTo>
                    <a:pt x="462" y="800"/>
                    <a:pt x="475" y="769"/>
                    <a:pt x="482" y="750"/>
                  </a:cubicBezTo>
                  <a:cubicBezTo>
                    <a:pt x="502" y="702"/>
                    <a:pt x="527" y="643"/>
                    <a:pt x="582" y="594"/>
                  </a:cubicBezTo>
                  <a:cubicBezTo>
                    <a:pt x="640" y="541"/>
                    <a:pt x="729" y="546"/>
                    <a:pt x="782" y="604"/>
                  </a:cubicBezTo>
                  <a:cubicBezTo>
                    <a:pt x="834" y="662"/>
                    <a:pt x="830" y="751"/>
                    <a:pt x="772" y="804"/>
                  </a:cubicBezTo>
                  <a:cubicBezTo>
                    <a:pt x="764" y="811"/>
                    <a:pt x="753" y="839"/>
                    <a:pt x="744" y="859"/>
                  </a:cubicBezTo>
                  <a:cubicBezTo>
                    <a:pt x="714" y="932"/>
                    <a:pt x="663" y="1052"/>
                    <a:pt x="505" y="1085"/>
                  </a:cubicBezTo>
                  <a:cubicBezTo>
                    <a:pt x="470" y="1092"/>
                    <a:pt x="435" y="1096"/>
                    <a:pt x="400" y="1096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29"/>
            <p:cNvSpPr/>
            <p:nvPr/>
          </p:nvSpPr>
          <p:spPr>
            <a:xfrm>
              <a:off x="6075363" y="6315075"/>
              <a:ext cx="320675" cy="150813"/>
            </a:xfrm>
            <a:custGeom>
              <a:rect b="b" l="l" r="r" t="t"/>
              <a:pathLst>
                <a:path extrusionOk="0" h="2144" w="4532">
                  <a:moveTo>
                    <a:pt x="2975" y="2144"/>
                  </a:moveTo>
                  <a:cubicBezTo>
                    <a:pt x="2900" y="2144"/>
                    <a:pt x="2838" y="2085"/>
                    <a:pt x="2834" y="2010"/>
                  </a:cubicBezTo>
                  <a:lnTo>
                    <a:pt x="2834" y="2009"/>
                  </a:lnTo>
                  <a:lnTo>
                    <a:pt x="2834" y="2009"/>
                  </a:lnTo>
                  <a:cubicBezTo>
                    <a:pt x="2832" y="1985"/>
                    <a:pt x="2787" y="1939"/>
                    <a:pt x="2579" y="1863"/>
                  </a:cubicBezTo>
                  <a:cubicBezTo>
                    <a:pt x="2559" y="1855"/>
                    <a:pt x="2540" y="1848"/>
                    <a:pt x="2525" y="1842"/>
                  </a:cubicBezTo>
                  <a:cubicBezTo>
                    <a:pt x="2453" y="1813"/>
                    <a:pt x="2391" y="1790"/>
                    <a:pt x="2320" y="1769"/>
                  </a:cubicBezTo>
                  <a:cubicBezTo>
                    <a:pt x="2301" y="1763"/>
                    <a:pt x="2280" y="1758"/>
                    <a:pt x="2257" y="1752"/>
                  </a:cubicBezTo>
                  <a:cubicBezTo>
                    <a:pt x="2189" y="1734"/>
                    <a:pt x="2112" y="1713"/>
                    <a:pt x="2051" y="1683"/>
                  </a:cubicBezTo>
                  <a:cubicBezTo>
                    <a:pt x="1926" y="1620"/>
                    <a:pt x="1898" y="1501"/>
                    <a:pt x="1880" y="1422"/>
                  </a:cubicBezTo>
                  <a:lnTo>
                    <a:pt x="1877" y="1411"/>
                  </a:lnTo>
                  <a:cubicBezTo>
                    <a:pt x="1854" y="1312"/>
                    <a:pt x="1840" y="1212"/>
                    <a:pt x="1826" y="1116"/>
                  </a:cubicBezTo>
                  <a:cubicBezTo>
                    <a:pt x="1818" y="1063"/>
                    <a:pt x="1811" y="1013"/>
                    <a:pt x="1803" y="963"/>
                  </a:cubicBezTo>
                  <a:cubicBezTo>
                    <a:pt x="1744" y="612"/>
                    <a:pt x="1634" y="427"/>
                    <a:pt x="1437" y="346"/>
                  </a:cubicBezTo>
                  <a:cubicBezTo>
                    <a:pt x="1304" y="291"/>
                    <a:pt x="1152" y="312"/>
                    <a:pt x="991" y="334"/>
                  </a:cubicBezTo>
                  <a:cubicBezTo>
                    <a:pt x="926" y="343"/>
                    <a:pt x="859" y="352"/>
                    <a:pt x="791" y="356"/>
                  </a:cubicBezTo>
                  <a:lnTo>
                    <a:pt x="763" y="358"/>
                  </a:lnTo>
                  <a:cubicBezTo>
                    <a:pt x="650" y="366"/>
                    <a:pt x="582" y="370"/>
                    <a:pt x="493" y="405"/>
                  </a:cubicBezTo>
                  <a:cubicBezTo>
                    <a:pt x="468" y="414"/>
                    <a:pt x="444" y="426"/>
                    <a:pt x="419" y="440"/>
                  </a:cubicBezTo>
                  <a:cubicBezTo>
                    <a:pt x="431" y="446"/>
                    <a:pt x="443" y="452"/>
                    <a:pt x="455" y="458"/>
                  </a:cubicBezTo>
                  <a:cubicBezTo>
                    <a:pt x="474" y="467"/>
                    <a:pt x="510" y="475"/>
                    <a:pt x="544" y="483"/>
                  </a:cubicBezTo>
                  <a:cubicBezTo>
                    <a:pt x="629" y="503"/>
                    <a:pt x="725" y="526"/>
                    <a:pt x="792" y="597"/>
                  </a:cubicBezTo>
                  <a:cubicBezTo>
                    <a:pt x="846" y="654"/>
                    <a:pt x="843" y="744"/>
                    <a:pt x="786" y="797"/>
                  </a:cubicBezTo>
                  <a:cubicBezTo>
                    <a:pt x="729" y="851"/>
                    <a:pt x="640" y="848"/>
                    <a:pt x="586" y="792"/>
                  </a:cubicBezTo>
                  <a:cubicBezTo>
                    <a:pt x="571" y="780"/>
                    <a:pt x="514" y="767"/>
                    <a:pt x="480" y="759"/>
                  </a:cubicBezTo>
                  <a:cubicBezTo>
                    <a:pt x="431" y="747"/>
                    <a:pt x="381" y="736"/>
                    <a:pt x="335" y="714"/>
                  </a:cubicBezTo>
                  <a:cubicBezTo>
                    <a:pt x="236" y="668"/>
                    <a:pt x="104" y="590"/>
                    <a:pt x="31" y="482"/>
                  </a:cubicBezTo>
                  <a:cubicBezTo>
                    <a:pt x="5" y="443"/>
                    <a:pt x="0" y="394"/>
                    <a:pt x="18" y="351"/>
                  </a:cubicBezTo>
                  <a:cubicBezTo>
                    <a:pt x="35" y="307"/>
                    <a:pt x="73" y="275"/>
                    <a:pt x="119" y="265"/>
                  </a:cubicBezTo>
                  <a:cubicBezTo>
                    <a:pt x="163" y="255"/>
                    <a:pt x="207" y="232"/>
                    <a:pt x="258" y="205"/>
                  </a:cubicBezTo>
                  <a:cubicBezTo>
                    <a:pt x="297" y="184"/>
                    <a:pt x="340" y="160"/>
                    <a:pt x="389" y="141"/>
                  </a:cubicBezTo>
                  <a:cubicBezTo>
                    <a:pt x="519" y="90"/>
                    <a:pt x="624" y="83"/>
                    <a:pt x="745" y="75"/>
                  </a:cubicBezTo>
                  <a:lnTo>
                    <a:pt x="772" y="74"/>
                  </a:lnTo>
                  <a:cubicBezTo>
                    <a:pt x="830" y="70"/>
                    <a:pt x="889" y="62"/>
                    <a:pt x="952" y="53"/>
                  </a:cubicBezTo>
                  <a:cubicBezTo>
                    <a:pt x="1134" y="28"/>
                    <a:pt x="1341" y="0"/>
                    <a:pt x="1545" y="84"/>
                  </a:cubicBezTo>
                  <a:cubicBezTo>
                    <a:pt x="1927" y="242"/>
                    <a:pt x="2035" y="634"/>
                    <a:pt x="2082" y="916"/>
                  </a:cubicBezTo>
                  <a:cubicBezTo>
                    <a:pt x="2092" y="970"/>
                    <a:pt x="2099" y="1024"/>
                    <a:pt x="2107" y="1076"/>
                  </a:cubicBezTo>
                  <a:cubicBezTo>
                    <a:pt x="2120" y="1170"/>
                    <a:pt x="2133" y="1260"/>
                    <a:pt x="2153" y="1347"/>
                  </a:cubicBezTo>
                  <a:lnTo>
                    <a:pt x="2156" y="1358"/>
                  </a:lnTo>
                  <a:cubicBezTo>
                    <a:pt x="2161" y="1381"/>
                    <a:pt x="2170" y="1421"/>
                    <a:pt x="2178" y="1430"/>
                  </a:cubicBezTo>
                  <a:cubicBezTo>
                    <a:pt x="2212" y="1446"/>
                    <a:pt x="2278" y="1464"/>
                    <a:pt x="2330" y="1478"/>
                  </a:cubicBezTo>
                  <a:cubicBezTo>
                    <a:pt x="2355" y="1485"/>
                    <a:pt x="2380" y="1491"/>
                    <a:pt x="2401" y="1497"/>
                  </a:cubicBezTo>
                  <a:cubicBezTo>
                    <a:pt x="2487" y="1523"/>
                    <a:pt x="2562" y="1552"/>
                    <a:pt x="2630" y="1579"/>
                  </a:cubicBezTo>
                  <a:cubicBezTo>
                    <a:pt x="2644" y="1584"/>
                    <a:pt x="2659" y="1590"/>
                    <a:pt x="2677" y="1597"/>
                  </a:cubicBezTo>
                  <a:cubicBezTo>
                    <a:pt x="2759" y="1627"/>
                    <a:pt x="2880" y="1672"/>
                    <a:pt x="2974" y="1746"/>
                  </a:cubicBezTo>
                  <a:cubicBezTo>
                    <a:pt x="3031" y="1689"/>
                    <a:pt x="3097" y="1636"/>
                    <a:pt x="3140" y="1612"/>
                  </a:cubicBezTo>
                  <a:cubicBezTo>
                    <a:pt x="3322" y="1514"/>
                    <a:pt x="3520" y="1459"/>
                    <a:pt x="3747" y="1445"/>
                  </a:cubicBezTo>
                  <a:cubicBezTo>
                    <a:pt x="3853" y="1439"/>
                    <a:pt x="4219" y="1435"/>
                    <a:pt x="4467" y="1654"/>
                  </a:cubicBezTo>
                  <a:cubicBezTo>
                    <a:pt x="4526" y="1706"/>
                    <a:pt x="4532" y="1795"/>
                    <a:pt x="4480" y="1854"/>
                  </a:cubicBezTo>
                  <a:cubicBezTo>
                    <a:pt x="4429" y="1912"/>
                    <a:pt x="4339" y="1918"/>
                    <a:pt x="4280" y="1867"/>
                  </a:cubicBezTo>
                  <a:cubicBezTo>
                    <a:pt x="4105" y="1712"/>
                    <a:pt x="3799" y="1726"/>
                    <a:pt x="3764" y="1728"/>
                  </a:cubicBezTo>
                  <a:cubicBezTo>
                    <a:pt x="3580" y="1740"/>
                    <a:pt x="3420" y="1783"/>
                    <a:pt x="3275" y="1862"/>
                  </a:cubicBezTo>
                  <a:cubicBezTo>
                    <a:pt x="3238" y="1882"/>
                    <a:pt x="3139" y="1974"/>
                    <a:pt x="3116" y="2016"/>
                  </a:cubicBezTo>
                  <a:cubicBezTo>
                    <a:pt x="3109" y="2084"/>
                    <a:pt x="3053" y="2140"/>
                    <a:pt x="2983" y="2144"/>
                  </a:cubicBezTo>
                  <a:cubicBezTo>
                    <a:pt x="2980" y="2144"/>
                    <a:pt x="2978" y="2144"/>
                    <a:pt x="2975" y="214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29"/>
            <p:cNvSpPr/>
            <p:nvPr/>
          </p:nvSpPr>
          <p:spPr>
            <a:xfrm>
              <a:off x="6102350" y="6416675"/>
              <a:ext cx="134938" cy="195263"/>
            </a:xfrm>
            <a:custGeom>
              <a:rect b="b" l="l" r="r" t="t"/>
              <a:pathLst>
                <a:path extrusionOk="0" h="2751" w="1898">
                  <a:moveTo>
                    <a:pt x="1741" y="2751"/>
                  </a:moveTo>
                  <a:cubicBezTo>
                    <a:pt x="1728" y="2751"/>
                    <a:pt x="1714" y="2749"/>
                    <a:pt x="1701" y="2746"/>
                  </a:cubicBezTo>
                  <a:cubicBezTo>
                    <a:pt x="1369" y="2650"/>
                    <a:pt x="1262" y="2492"/>
                    <a:pt x="1183" y="2346"/>
                  </a:cubicBezTo>
                  <a:cubicBezTo>
                    <a:pt x="505" y="2311"/>
                    <a:pt x="318" y="1923"/>
                    <a:pt x="167" y="1608"/>
                  </a:cubicBezTo>
                  <a:lnTo>
                    <a:pt x="150" y="1573"/>
                  </a:lnTo>
                  <a:cubicBezTo>
                    <a:pt x="59" y="1386"/>
                    <a:pt x="42" y="1171"/>
                    <a:pt x="28" y="981"/>
                  </a:cubicBezTo>
                  <a:cubicBezTo>
                    <a:pt x="24" y="933"/>
                    <a:pt x="21" y="888"/>
                    <a:pt x="16" y="844"/>
                  </a:cubicBezTo>
                  <a:cubicBezTo>
                    <a:pt x="0" y="689"/>
                    <a:pt x="39" y="210"/>
                    <a:pt x="221" y="51"/>
                  </a:cubicBezTo>
                  <a:cubicBezTo>
                    <a:pt x="280" y="0"/>
                    <a:pt x="370" y="6"/>
                    <a:pt x="421" y="65"/>
                  </a:cubicBezTo>
                  <a:cubicBezTo>
                    <a:pt x="472" y="124"/>
                    <a:pt x="466" y="213"/>
                    <a:pt x="407" y="265"/>
                  </a:cubicBezTo>
                  <a:cubicBezTo>
                    <a:pt x="346" y="318"/>
                    <a:pt x="281" y="647"/>
                    <a:pt x="298" y="816"/>
                  </a:cubicBezTo>
                  <a:cubicBezTo>
                    <a:pt x="303" y="863"/>
                    <a:pt x="307" y="912"/>
                    <a:pt x="310" y="959"/>
                  </a:cubicBezTo>
                  <a:cubicBezTo>
                    <a:pt x="324" y="1132"/>
                    <a:pt x="338" y="1311"/>
                    <a:pt x="405" y="1449"/>
                  </a:cubicBezTo>
                  <a:lnTo>
                    <a:pt x="422" y="1485"/>
                  </a:lnTo>
                  <a:cubicBezTo>
                    <a:pt x="571" y="1794"/>
                    <a:pt x="699" y="2061"/>
                    <a:pt x="1271" y="2065"/>
                  </a:cubicBezTo>
                  <a:cubicBezTo>
                    <a:pt x="1323" y="2065"/>
                    <a:pt x="1371" y="2094"/>
                    <a:pt x="1395" y="2140"/>
                  </a:cubicBezTo>
                  <a:cubicBezTo>
                    <a:pt x="1401" y="2151"/>
                    <a:pt x="1406" y="2162"/>
                    <a:pt x="1412" y="2172"/>
                  </a:cubicBezTo>
                  <a:cubicBezTo>
                    <a:pt x="1487" y="2315"/>
                    <a:pt x="1532" y="2402"/>
                    <a:pt x="1780" y="2473"/>
                  </a:cubicBezTo>
                  <a:cubicBezTo>
                    <a:pt x="1855" y="2495"/>
                    <a:pt x="1898" y="2574"/>
                    <a:pt x="1876" y="2649"/>
                  </a:cubicBezTo>
                  <a:cubicBezTo>
                    <a:pt x="1859" y="2711"/>
                    <a:pt x="1802" y="2751"/>
                    <a:pt x="1741" y="275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29"/>
            <p:cNvSpPr/>
            <p:nvPr/>
          </p:nvSpPr>
          <p:spPr>
            <a:xfrm>
              <a:off x="6292850" y="6459538"/>
              <a:ext cx="117475" cy="161925"/>
            </a:xfrm>
            <a:custGeom>
              <a:rect b="b" l="l" r="r" t="t"/>
              <a:pathLst>
                <a:path extrusionOk="0" h="2305" w="1662">
                  <a:moveTo>
                    <a:pt x="162" y="2305"/>
                  </a:moveTo>
                  <a:cubicBezTo>
                    <a:pt x="110" y="2305"/>
                    <a:pt x="61" y="2277"/>
                    <a:pt x="36" y="2228"/>
                  </a:cubicBezTo>
                  <a:cubicBezTo>
                    <a:pt x="0" y="2158"/>
                    <a:pt x="28" y="2073"/>
                    <a:pt x="98" y="2037"/>
                  </a:cubicBezTo>
                  <a:cubicBezTo>
                    <a:pt x="130" y="2021"/>
                    <a:pt x="160" y="2008"/>
                    <a:pt x="190" y="1997"/>
                  </a:cubicBezTo>
                  <a:cubicBezTo>
                    <a:pt x="259" y="1972"/>
                    <a:pt x="323" y="1954"/>
                    <a:pt x="384" y="1935"/>
                  </a:cubicBezTo>
                  <a:cubicBezTo>
                    <a:pt x="563" y="1883"/>
                    <a:pt x="692" y="1845"/>
                    <a:pt x="816" y="1700"/>
                  </a:cubicBezTo>
                  <a:cubicBezTo>
                    <a:pt x="899" y="1604"/>
                    <a:pt x="1004" y="1349"/>
                    <a:pt x="979" y="1168"/>
                  </a:cubicBezTo>
                  <a:cubicBezTo>
                    <a:pt x="967" y="1080"/>
                    <a:pt x="929" y="1054"/>
                    <a:pt x="916" y="1046"/>
                  </a:cubicBezTo>
                  <a:cubicBezTo>
                    <a:pt x="860" y="1008"/>
                    <a:pt x="838" y="935"/>
                    <a:pt x="865" y="872"/>
                  </a:cubicBezTo>
                  <a:cubicBezTo>
                    <a:pt x="892" y="809"/>
                    <a:pt x="960" y="775"/>
                    <a:pt x="1027" y="790"/>
                  </a:cubicBezTo>
                  <a:cubicBezTo>
                    <a:pt x="1027" y="790"/>
                    <a:pt x="1028" y="790"/>
                    <a:pt x="1029" y="790"/>
                  </a:cubicBezTo>
                  <a:cubicBezTo>
                    <a:pt x="1071" y="790"/>
                    <a:pt x="1192" y="693"/>
                    <a:pt x="1256" y="593"/>
                  </a:cubicBezTo>
                  <a:cubicBezTo>
                    <a:pt x="1342" y="460"/>
                    <a:pt x="1378" y="329"/>
                    <a:pt x="1379" y="141"/>
                  </a:cubicBezTo>
                  <a:cubicBezTo>
                    <a:pt x="1379" y="62"/>
                    <a:pt x="1442" y="0"/>
                    <a:pt x="1520" y="0"/>
                  </a:cubicBezTo>
                  <a:lnTo>
                    <a:pt x="1521" y="0"/>
                  </a:lnTo>
                  <a:cubicBezTo>
                    <a:pt x="1599" y="0"/>
                    <a:pt x="1662" y="64"/>
                    <a:pt x="1662" y="142"/>
                  </a:cubicBezTo>
                  <a:cubicBezTo>
                    <a:pt x="1660" y="386"/>
                    <a:pt x="1610" y="566"/>
                    <a:pt x="1495" y="747"/>
                  </a:cubicBezTo>
                  <a:cubicBezTo>
                    <a:pt x="1453" y="811"/>
                    <a:pt x="1353" y="934"/>
                    <a:pt x="1229" y="1009"/>
                  </a:cubicBezTo>
                  <a:cubicBezTo>
                    <a:pt x="1244" y="1046"/>
                    <a:pt x="1254" y="1087"/>
                    <a:pt x="1260" y="1130"/>
                  </a:cubicBezTo>
                  <a:cubicBezTo>
                    <a:pt x="1295" y="1391"/>
                    <a:pt x="1169" y="1725"/>
                    <a:pt x="1031" y="1885"/>
                  </a:cubicBezTo>
                  <a:cubicBezTo>
                    <a:pt x="852" y="2093"/>
                    <a:pt x="655" y="2151"/>
                    <a:pt x="465" y="2207"/>
                  </a:cubicBezTo>
                  <a:cubicBezTo>
                    <a:pt x="407" y="2224"/>
                    <a:pt x="347" y="2242"/>
                    <a:pt x="287" y="2264"/>
                  </a:cubicBezTo>
                  <a:cubicBezTo>
                    <a:pt x="267" y="2271"/>
                    <a:pt x="248" y="2279"/>
                    <a:pt x="226" y="2290"/>
                  </a:cubicBezTo>
                  <a:cubicBezTo>
                    <a:pt x="206" y="2301"/>
                    <a:pt x="184" y="2305"/>
                    <a:pt x="162" y="230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29"/>
            <p:cNvSpPr/>
            <p:nvPr/>
          </p:nvSpPr>
          <p:spPr>
            <a:xfrm>
              <a:off x="6211888" y="6554788"/>
              <a:ext cx="71438" cy="80963"/>
            </a:xfrm>
            <a:custGeom>
              <a:rect b="b" l="l" r="r" t="t"/>
              <a:pathLst>
                <a:path extrusionOk="0" h="1148" w="993">
                  <a:moveTo>
                    <a:pt x="835" y="1148"/>
                  </a:moveTo>
                  <a:cubicBezTo>
                    <a:pt x="833" y="1148"/>
                    <a:pt x="831" y="1148"/>
                    <a:pt x="828" y="1148"/>
                  </a:cubicBezTo>
                  <a:cubicBezTo>
                    <a:pt x="585" y="1145"/>
                    <a:pt x="319" y="904"/>
                    <a:pt x="212" y="777"/>
                  </a:cubicBezTo>
                  <a:cubicBezTo>
                    <a:pt x="81" y="622"/>
                    <a:pt x="0" y="317"/>
                    <a:pt x="37" y="127"/>
                  </a:cubicBezTo>
                  <a:cubicBezTo>
                    <a:pt x="52" y="50"/>
                    <a:pt x="126" y="0"/>
                    <a:pt x="204" y="15"/>
                  </a:cubicBezTo>
                  <a:cubicBezTo>
                    <a:pt x="280" y="30"/>
                    <a:pt x="330" y="105"/>
                    <a:pt x="315" y="181"/>
                  </a:cubicBezTo>
                  <a:cubicBezTo>
                    <a:pt x="294" y="289"/>
                    <a:pt x="354" y="505"/>
                    <a:pt x="429" y="595"/>
                  </a:cubicBezTo>
                  <a:cubicBezTo>
                    <a:pt x="536" y="722"/>
                    <a:pt x="727" y="863"/>
                    <a:pt x="832" y="865"/>
                  </a:cubicBezTo>
                  <a:cubicBezTo>
                    <a:pt x="836" y="865"/>
                    <a:pt x="841" y="865"/>
                    <a:pt x="845" y="865"/>
                  </a:cubicBezTo>
                  <a:cubicBezTo>
                    <a:pt x="846" y="864"/>
                    <a:pt x="847" y="864"/>
                    <a:pt x="849" y="864"/>
                  </a:cubicBezTo>
                  <a:cubicBezTo>
                    <a:pt x="925" y="864"/>
                    <a:pt x="988" y="925"/>
                    <a:pt x="990" y="1002"/>
                  </a:cubicBezTo>
                  <a:cubicBezTo>
                    <a:pt x="993" y="1080"/>
                    <a:pt x="931" y="1145"/>
                    <a:pt x="853" y="1148"/>
                  </a:cubicBezTo>
                  <a:cubicBezTo>
                    <a:pt x="847" y="1148"/>
                    <a:pt x="841" y="1148"/>
                    <a:pt x="835" y="114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29"/>
            <p:cNvSpPr/>
            <p:nvPr/>
          </p:nvSpPr>
          <p:spPr>
            <a:xfrm>
              <a:off x="6276975" y="6556375"/>
              <a:ext cx="46038" cy="74613"/>
            </a:xfrm>
            <a:custGeom>
              <a:rect b="b" l="l" r="r" t="t"/>
              <a:pathLst>
                <a:path extrusionOk="0" h="1072" w="662">
                  <a:moveTo>
                    <a:pt x="150" y="1072"/>
                  </a:moveTo>
                  <a:cubicBezTo>
                    <a:pt x="80" y="1072"/>
                    <a:pt x="18" y="1020"/>
                    <a:pt x="9" y="948"/>
                  </a:cubicBezTo>
                  <a:cubicBezTo>
                    <a:pt x="0" y="870"/>
                    <a:pt x="54" y="800"/>
                    <a:pt x="132" y="790"/>
                  </a:cubicBezTo>
                  <a:cubicBezTo>
                    <a:pt x="336" y="763"/>
                    <a:pt x="379" y="423"/>
                    <a:pt x="379" y="142"/>
                  </a:cubicBezTo>
                  <a:cubicBezTo>
                    <a:pt x="379" y="64"/>
                    <a:pt x="442" y="0"/>
                    <a:pt x="521" y="0"/>
                  </a:cubicBezTo>
                  <a:cubicBezTo>
                    <a:pt x="599" y="0"/>
                    <a:pt x="662" y="64"/>
                    <a:pt x="662" y="142"/>
                  </a:cubicBezTo>
                  <a:cubicBezTo>
                    <a:pt x="662" y="352"/>
                    <a:pt x="642" y="521"/>
                    <a:pt x="598" y="659"/>
                  </a:cubicBezTo>
                  <a:cubicBezTo>
                    <a:pt x="501" y="966"/>
                    <a:pt x="311" y="1052"/>
                    <a:pt x="168" y="1070"/>
                  </a:cubicBezTo>
                  <a:cubicBezTo>
                    <a:pt x="162" y="1071"/>
                    <a:pt x="156" y="1072"/>
                    <a:pt x="150" y="107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29"/>
            <p:cNvSpPr/>
            <p:nvPr/>
          </p:nvSpPr>
          <p:spPr>
            <a:xfrm>
              <a:off x="6175375" y="6462713"/>
              <a:ext cx="174625" cy="85725"/>
            </a:xfrm>
            <a:custGeom>
              <a:rect b="b" l="l" r="r" t="t"/>
              <a:pathLst>
                <a:path extrusionOk="0" h="1210" w="2479">
                  <a:moveTo>
                    <a:pt x="1709" y="1210"/>
                  </a:moveTo>
                  <a:cubicBezTo>
                    <a:pt x="1498" y="1210"/>
                    <a:pt x="1276" y="1176"/>
                    <a:pt x="1030" y="1106"/>
                  </a:cubicBezTo>
                  <a:cubicBezTo>
                    <a:pt x="795" y="1040"/>
                    <a:pt x="441" y="939"/>
                    <a:pt x="264" y="695"/>
                  </a:cubicBezTo>
                  <a:cubicBezTo>
                    <a:pt x="170" y="565"/>
                    <a:pt x="11" y="321"/>
                    <a:pt x="4" y="150"/>
                  </a:cubicBezTo>
                  <a:cubicBezTo>
                    <a:pt x="0" y="72"/>
                    <a:pt x="61" y="6"/>
                    <a:pt x="139" y="3"/>
                  </a:cubicBezTo>
                  <a:cubicBezTo>
                    <a:pt x="218" y="0"/>
                    <a:pt x="284" y="60"/>
                    <a:pt x="287" y="138"/>
                  </a:cubicBezTo>
                  <a:cubicBezTo>
                    <a:pt x="289" y="194"/>
                    <a:pt x="361" y="345"/>
                    <a:pt x="494" y="528"/>
                  </a:cubicBezTo>
                  <a:cubicBezTo>
                    <a:pt x="613" y="693"/>
                    <a:pt x="910" y="778"/>
                    <a:pt x="1107" y="834"/>
                  </a:cubicBezTo>
                  <a:cubicBezTo>
                    <a:pt x="1436" y="927"/>
                    <a:pt x="1713" y="950"/>
                    <a:pt x="1977" y="905"/>
                  </a:cubicBezTo>
                  <a:cubicBezTo>
                    <a:pt x="1999" y="901"/>
                    <a:pt x="2021" y="898"/>
                    <a:pt x="2045" y="895"/>
                  </a:cubicBezTo>
                  <a:cubicBezTo>
                    <a:pt x="2075" y="891"/>
                    <a:pt x="2132" y="884"/>
                    <a:pt x="2167" y="874"/>
                  </a:cubicBezTo>
                  <a:cubicBezTo>
                    <a:pt x="2165" y="867"/>
                    <a:pt x="2161" y="860"/>
                    <a:pt x="2155" y="852"/>
                  </a:cubicBezTo>
                  <a:cubicBezTo>
                    <a:pt x="2099" y="761"/>
                    <a:pt x="2018" y="683"/>
                    <a:pt x="1932" y="600"/>
                  </a:cubicBezTo>
                  <a:cubicBezTo>
                    <a:pt x="1909" y="577"/>
                    <a:pt x="1885" y="555"/>
                    <a:pt x="1863" y="532"/>
                  </a:cubicBezTo>
                  <a:cubicBezTo>
                    <a:pt x="1808" y="477"/>
                    <a:pt x="1808" y="387"/>
                    <a:pt x="1862" y="332"/>
                  </a:cubicBezTo>
                  <a:cubicBezTo>
                    <a:pt x="1918" y="277"/>
                    <a:pt x="2008" y="276"/>
                    <a:pt x="2063" y="332"/>
                  </a:cubicBezTo>
                  <a:cubicBezTo>
                    <a:pt x="2085" y="353"/>
                    <a:pt x="2107" y="374"/>
                    <a:pt x="2129" y="396"/>
                  </a:cubicBezTo>
                  <a:cubicBezTo>
                    <a:pt x="2223" y="487"/>
                    <a:pt x="2321" y="581"/>
                    <a:pt x="2396" y="703"/>
                  </a:cubicBezTo>
                  <a:cubicBezTo>
                    <a:pt x="2465" y="814"/>
                    <a:pt x="2479" y="914"/>
                    <a:pt x="2438" y="1000"/>
                  </a:cubicBezTo>
                  <a:cubicBezTo>
                    <a:pt x="2372" y="1139"/>
                    <a:pt x="2204" y="1160"/>
                    <a:pt x="2081" y="1176"/>
                  </a:cubicBezTo>
                  <a:cubicBezTo>
                    <a:pt x="2060" y="1179"/>
                    <a:pt x="2040" y="1181"/>
                    <a:pt x="2025" y="1184"/>
                  </a:cubicBezTo>
                  <a:cubicBezTo>
                    <a:pt x="1921" y="1202"/>
                    <a:pt x="1816" y="1210"/>
                    <a:pt x="1709" y="12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29"/>
            <p:cNvSpPr/>
            <p:nvPr/>
          </p:nvSpPr>
          <p:spPr>
            <a:xfrm>
              <a:off x="6251575" y="6491288"/>
              <a:ext cx="73025" cy="53975"/>
            </a:xfrm>
            <a:custGeom>
              <a:rect b="b" l="l" r="r" t="t"/>
              <a:pathLst>
                <a:path extrusionOk="0" h="763" w="1041">
                  <a:moveTo>
                    <a:pt x="899" y="763"/>
                  </a:moveTo>
                  <a:cubicBezTo>
                    <a:pt x="693" y="763"/>
                    <a:pt x="555" y="709"/>
                    <a:pt x="398" y="622"/>
                  </a:cubicBezTo>
                  <a:cubicBezTo>
                    <a:pt x="315" y="575"/>
                    <a:pt x="260" y="525"/>
                    <a:pt x="202" y="471"/>
                  </a:cubicBezTo>
                  <a:lnTo>
                    <a:pt x="189" y="459"/>
                  </a:lnTo>
                  <a:cubicBezTo>
                    <a:pt x="142" y="415"/>
                    <a:pt x="112" y="359"/>
                    <a:pt x="85" y="309"/>
                  </a:cubicBezTo>
                  <a:cubicBezTo>
                    <a:pt x="75" y="290"/>
                    <a:pt x="59" y="260"/>
                    <a:pt x="51" y="252"/>
                  </a:cubicBezTo>
                  <a:cubicBezTo>
                    <a:pt x="0" y="194"/>
                    <a:pt x="5" y="104"/>
                    <a:pt x="63" y="52"/>
                  </a:cubicBezTo>
                  <a:cubicBezTo>
                    <a:pt x="122" y="0"/>
                    <a:pt x="211" y="5"/>
                    <a:pt x="263" y="63"/>
                  </a:cubicBezTo>
                  <a:cubicBezTo>
                    <a:pt x="293" y="97"/>
                    <a:pt x="314" y="137"/>
                    <a:pt x="335" y="176"/>
                  </a:cubicBezTo>
                  <a:cubicBezTo>
                    <a:pt x="349" y="201"/>
                    <a:pt x="369" y="239"/>
                    <a:pt x="381" y="250"/>
                  </a:cubicBezTo>
                  <a:lnTo>
                    <a:pt x="395" y="263"/>
                  </a:lnTo>
                  <a:cubicBezTo>
                    <a:pt x="448" y="312"/>
                    <a:pt x="482" y="344"/>
                    <a:pt x="536" y="374"/>
                  </a:cubicBezTo>
                  <a:cubicBezTo>
                    <a:pt x="661" y="444"/>
                    <a:pt x="752" y="480"/>
                    <a:pt x="899" y="480"/>
                  </a:cubicBezTo>
                  <a:cubicBezTo>
                    <a:pt x="977" y="480"/>
                    <a:pt x="1041" y="543"/>
                    <a:pt x="1041" y="621"/>
                  </a:cubicBezTo>
                  <a:cubicBezTo>
                    <a:pt x="1041" y="699"/>
                    <a:pt x="977" y="763"/>
                    <a:pt x="899" y="763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29"/>
            <p:cNvSpPr/>
            <p:nvPr/>
          </p:nvSpPr>
          <p:spPr>
            <a:xfrm>
              <a:off x="6340475" y="6499225"/>
              <a:ext cx="23813" cy="22225"/>
            </a:xfrm>
            <a:custGeom>
              <a:rect b="b" l="l" r="r" t="t"/>
              <a:pathLst>
                <a:path extrusionOk="0" h="323" w="337">
                  <a:moveTo>
                    <a:pt x="186" y="323"/>
                  </a:moveTo>
                  <a:cubicBezTo>
                    <a:pt x="177" y="323"/>
                    <a:pt x="167" y="321"/>
                    <a:pt x="157" y="320"/>
                  </a:cubicBezTo>
                  <a:cubicBezTo>
                    <a:pt x="86" y="304"/>
                    <a:pt x="31" y="251"/>
                    <a:pt x="17" y="179"/>
                  </a:cubicBezTo>
                  <a:cubicBezTo>
                    <a:pt x="0" y="102"/>
                    <a:pt x="50" y="27"/>
                    <a:pt x="126" y="11"/>
                  </a:cubicBezTo>
                  <a:cubicBezTo>
                    <a:pt x="182" y="0"/>
                    <a:pt x="238" y="23"/>
                    <a:pt x="270" y="66"/>
                  </a:cubicBezTo>
                  <a:cubicBezTo>
                    <a:pt x="313" y="98"/>
                    <a:pt x="337" y="153"/>
                    <a:pt x="325" y="210"/>
                  </a:cubicBezTo>
                  <a:cubicBezTo>
                    <a:pt x="311" y="277"/>
                    <a:pt x="252" y="323"/>
                    <a:pt x="186" y="3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29"/>
            <p:cNvSpPr/>
            <p:nvPr/>
          </p:nvSpPr>
          <p:spPr>
            <a:xfrm>
              <a:off x="6383338" y="6372225"/>
              <a:ext cx="122238" cy="107950"/>
            </a:xfrm>
            <a:custGeom>
              <a:rect b="b" l="l" r="r" t="t"/>
              <a:pathLst>
                <a:path extrusionOk="0" h="1537" w="1718">
                  <a:moveTo>
                    <a:pt x="239" y="1537"/>
                  </a:moveTo>
                  <a:cubicBezTo>
                    <a:pt x="190" y="1537"/>
                    <a:pt x="143" y="1512"/>
                    <a:pt x="116" y="1468"/>
                  </a:cubicBezTo>
                  <a:cubicBezTo>
                    <a:pt x="0" y="1270"/>
                    <a:pt x="35" y="941"/>
                    <a:pt x="104" y="779"/>
                  </a:cubicBezTo>
                  <a:cubicBezTo>
                    <a:pt x="242" y="460"/>
                    <a:pt x="533" y="231"/>
                    <a:pt x="969" y="97"/>
                  </a:cubicBezTo>
                  <a:cubicBezTo>
                    <a:pt x="1094" y="59"/>
                    <a:pt x="1413" y="0"/>
                    <a:pt x="1604" y="65"/>
                  </a:cubicBezTo>
                  <a:cubicBezTo>
                    <a:pt x="1678" y="90"/>
                    <a:pt x="1718" y="171"/>
                    <a:pt x="1692" y="245"/>
                  </a:cubicBezTo>
                  <a:cubicBezTo>
                    <a:pt x="1667" y="319"/>
                    <a:pt x="1587" y="359"/>
                    <a:pt x="1512" y="333"/>
                  </a:cubicBezTo>
                  <a:cubicBezTo>
                    <a:pt x="1421" y="302"/>
                    <a:pt x="1186" y="327"/>
                    <a:pt x="1053" y="368"/>
                  </a:cubicBezTo>
                  <a:cubicBezTo>
                    <a:pt x="694" y="478"/>
                    <a:pt x="469" y="649"/>
                    <a:pt x="364" y="892"/>
                  </a:cubicBezTo>
                  <a:cubicBezTo>
                    <a:pt x="317" y="1002"/>
                    <a:pt x="306" y="1232"/>
                    <a:pt x="360" y="1323"/>
                  </a:cubicBezTo>
                  <a:cubicBezTo>
                    <a:pt x="400" y="1391"/>
                    <a:pt x="378" y="1478"/>
                    <a:pt x="310" y="1517"/>
                  </a:cubicBezTo>
                  <a:cubicBezTo>
                    <a:pt x="287" y="1531"/>
                    <a:pt x="263" y="1537"/>
                    <a:pt x="239" y="1537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29"/>
            <p:cNvSpPr/>
            <p:nvPr/>
          </p:nvSpPr>
          <p:spPr>
            <a:xfrm>
              <a:off x="6507163" y="6381750"/>
              <a:ext cx="41275" cy="38100"/>
            </a:xfrm>
            <a:custGeom>
              <a:rect b="b" l="l" r="r" t="t"/>
              <a:pathLst>
                <a:path extrusionOk="0" h="530" w="593">
                  <a:moveTo>
                    <a:pt x="439" y="530"/>
                  </a:moveTo>
                  <a:cubicBezTo>
                    <a:pt x="376" y="530"/>
                    <a:pt x="320" y="488"/>
                    <a:pt x="303" y="426"/>
                  </a:cubicBezTo>
                  <a:cubicBezTo>
                    <a:pt x="282" y="391"/>
                    <a:pt x="201" y="325"/>
                    <a:pt x="164" y="313"/>
                  </a:cubicBezTo>
                  <a:cubicBezTo>
                    <a:pt x="93" y="319"/>
                    <a:pt x="27" y="270"/>
                    <a:pt x="14" y="198"/>
                  </a:cubicBezTo>
                  <a:cubicBezTo>
                    <a:pt x="0" y="121"/>
                    <a:pt x="51" y="47"/>
                    <a:pt x="128" y="33"/>
                  </a:cubicBezTo>
                  <a:cubicBezTo>
                    <a:pt x="305" y="0"/>
                    <a:pt x="553" y="224"/>
                    <a:pt x="579" y="363"/>
                  </a:cubicBezTo>
                  <a:cubicBezTo>
                    <a:pt x="593" y="440"/>
                    <a:pt x="542" y="513"/>
                    <a:pt x="465" y="528"/>
                  </a:cubicBezTo>
                  <a:cubicBezTo>
                    <a:pt x="456" y="529"/>
                    <a:pt x="448" y="530"/>
                    <a:pt x="439" y="5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29"/>
            <p:cNvSpPr/>
            <p:nvPr/>
          </p:nvSpPr>
          <p:spPr>
            <a:xfrm>
              <a:off x="6388100" y="6416675"/>
              <a:ext cx="193675" cy="144463"/>
            </a:xfrm>
            <a:custGeom>
              <a:rect b="b" l="l" r="r" t="t"/>
              <a:pathLst>
                <a:path extrusionOk="0" h="2038" w="2735">
                  <a:moveTo>
                    <a:pt x="2246" y="2038"/>
                  </a:moveTo>
                  <a:cubicBezTo>
                    <a:pt x="2237" y="2038"/>
                    <a:pt x="2229" y="2038"/>
                    <a:pt x="2220" y="2036"/>
                  </a:cubicBezTo>
                  <a:cubicBezTo>
                    <a:pt x="2150" y="2023"/>
                    <a:pt x="2101" y="1959"/>
                    <a:pt x="2105" y="1888"/>
                  </a:cubicBezTo>
                  <a:cubicBezTo>
                    <a:pt x="2121" y="1626"/>
                    <a:pt x="2088" y="1337"/>
                    <a:pt x="2015" y="1097"/>
                  </a:cubicBezTo>
                  <a:cubicBezTo>
                    <a:pt x="1779" y="321"/>
                    <a:pt x="1084" y="292"/>
                    <a:pt x="1077" y="292"/>
                  </a:cubicBezTo>
                  <a:cubicBezTo>
                    <a:pt x="854" y="286"/>
                    <a:pt x="639" y="367"/>
                    <a:pt x="500" y="508"/>
                  </a:cubicBezTo>
                  <a:cubicBezTo>
                    <a:pt x="408" y="602"/>
                    <a:pt x="327" y="722"/>
                    <a:pt x="293" y="813"/>
                  </a:cubicBezTo>
                  <a:cubicBezTo>
                    <a:pt x="265" y="886"/>
                    <a:pt x="184" y="924"/>
                    <a:pt x="110" y="896"/>
                  </a:cubicBezTo>
                  <a:cubicBezTo>
                    <a:pt x="37" y="869"/>
                    <a:pt x="0" y="787"/>
                    <a:pt x="27" y="714"/>
                  </a:cubicBezTo>
                  <a:cubicBezTo>
                    <a:pt x="75" y="585"/>
                    <a:pt x="177" y="434"/>
                    <a:pt x="298" y="310"/>
                  </a:cubicBezTo>
                  <a:cubicBezTo>
                    <a:pt x="493" y="110"/>
                    <a:pt x="780" y="0"/>
                    <a:pt x="1085" y="9"/>
                  </a:cubicBezTo>
                  <a:cubicBezTo>
                    <a:pt x="1398" y="18"/>
                    <a:pt x="2050" y="240"/>
                    <a:pt x="2286" y="1015"/>
                  </a:cubicBezTo>
                  <a:cubicBezTo>
                    <a:pt x="2312" y="1101"/>
                    <a:pt x="2334" y="1192"/>
                    <a:pt x="2350" y="1287"/>
                  </a:cubicBezTo>
                  <a:cubicBezTo>
                    <a:pt x="2364" y="1239"/>
                    <a:pt x="2377" y="1190"/>
                    <a:pt x="2385" y="1141"/>
                  </a:cubicBezTo>
                  <a:cubicBezTo>
                    <a:pt x="2438" y="830"/>
                    <a:pt x="2401" y="552"/>
                    <a:pt x="2283" y="380"/>
                  </a:cubicBezTo>
                  <a:cubicBezTo>
                    <a:pt x="2239" y="315"/>
                    <a:pt x="2256" y="227"/>
                    <a:pt x="2320" y="183"/>
                  </a:cubicBezTo>
                  <a:cubicBezTo>
                    <a:pt x="2385" y="139"/>
                    <a:pt x="2473" y="155"/>
                    <a:pt x="2517" y="220"/>
                  </a:cubicBezTo>
                  <a:cubicBezTo>
                    <a:pt x="2735" y="539"/>
                    <a:pt x="2703" y="964"/>
                    <a:pt x="2664" y="1189"/>
                  </a:cubicBezTo>
                  <a:cubicBezTo>
                    <a:pt x="2622" y="1432"/>
                    <a:pt x="2513" y="1658"/>
                    <a:pt x="2441" y="1808"/>
                  </a:cubicBezTo>
                  <a:cubicBezTo>
                    <a:pt x="2415" y="1862"/>
                    <a:pt x="2389" y="1914"/>
                    <a:pt x="2381" y="1941"/>
                  </a:cubicBezTo>
                  <a:cubicBezTo>
                    <a:pt x="2361" y="2000"/>
                    <a:pt x="2306" y="2038"/>
                    <a:pt x="2246" y="20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29"/>
            <p:cNvSpPr/>
            <p:nvPr/>
          </p:nvSpPr>
          <p:spPr>
            <a:xfrm>
              <a:off x="6392863" y="6448425"/>
              <a:ext cx="150813" cy="141288"/>
            </a:xfrm>
            <a:custGeom>
              <a:rect b="b" l="l" r="r" t="t"/>
              <a:pathLst>
                <a:path extrusionOk="0" h="2008" w="2132">
                  <a:moveTo>
                    <a:pt x="1585" y="2008"/>
                  </a:moveTo>
                  <a:cubicBezTo>
                    <a:pt x="1564" y="2008"/>
                    <a:pt x="1542" y="2003"/>
                    <a:pt x="1522" y="1993"/>
                  </a:cubicBezTo>
                  <a:cubicBezTo>
                    <a:pt x="1458" y="1961"/>
                    <a:pt x="1428" y="1886"/>
                    <a:pt x="1452" y="1818"/>
                  </a:cubicBezTo>
                  <a:cubicBezTo>
                    <a:pt x="1581" y="1461"/>
                    <a:pt x="1412" y="926"/>
                    <a:pt x="1181" y="636"/>
                  </a:cubicBezTo>
                  <a:cubicBezTo>
                    <a:pt x="1047" y="468"/>
                    <a:pt x="890" y="389"/>
                    <a:pt x="715" y="401"/>
                  </a:cubicBezTo>
                  <a:cubicBezTo>
                    <a:pt x="575" y="411"/>
                    <a:pt x="386" y="457"/>
                    <a:pt x="280" y="619"/>
                  </a:cubicBezTo>
                  <a:cubicBezTo>
                    <a:pt x="238" y="685"/>
                    <a:pt x="150" y="703"/>
                    <a:pt x="84" y="660"/>
                  </a:cubicBezTo>
                  <a:cubicBezTo>
                    <a:pt x="19" y="617"/>
                    <a:pt x="0" y="530"/>
                    <a:pt x="43" y="464"/>
                  </a:cubicBezTo>
                  <a:cubicBezTo>
                    <a:pt x="177" y="259"/>
                    <a:pt x="402" y="140"/>
                    <a:pt x="695" y="119"/>
                  </a:cubicBezTo>
                  <a:cubicBezTo>
                    <a:pt x="965" y="100"/>
                    <a:pt x="1210" y="217"/>
                    <a:pt x="1402" y="459"/>
                  </a:cubicBezTo>
                  <a:cubicBezTo>
                    <a:pt x="1572" y="673"/>
                    <a:pt x="1715" y="989"/>
                    <a:pt x="1763" y="1310"/>
                  </a:cubicBezTo>
                  <a:cubicBezTo>
                    <a:pt x="1779" y="1262"/>
                    <a:pt x="1790" y="1208"/>
                    <a:pt x="1799" y="1156"/>
                  </a:cubicBezTo>
                  <a:cubicBezTo>
                    <a:pt x="1846" y="917"/>
                    <a:pt x="1840" y="670"/>
                    <a:pt x="1783" y="441"/>
                  </a:cubicBezTo>
                  <a:cubicBezTo>
                    <a:pt x="1761" y="353"/>
                    <a:pt x="1737" y="280"/>
                    <a:pt x="1710" y="218"/>
                  </a:cubicBezTo>
                  <a:cubicBezTo>
                    <a:pt x="1679" y="146"/>
                    <a:pt x="1711" y="63"/>
                    <a:pt x="1783" y="31"/>
                  </a:cubicBezTo>
                  <a:cubicBezTo>
                    <a:pt x="1855" y="0"/>
                    <a:pt x="1938" y="32"/>
                    <a:pt x="1970" y="104"/>
                  </a:cubicBezTo>
                  <a:cubicBezTo>
                    <a:pt x="2003" y="181"/>
                    <a:pt x="2032" y="268"/>
                    <a:pt x="2058" y="373"/>
                  </a:cubicBezTo>
                  <a:cubicBezTo>
                    <a:pt x="2125" y="641"/>
                    <a:pt x="2132" y="931"/>
                    <a:pt x="2078" y="1210"/>
                  </a:cubicBezTo>
                  <a:cubicBezTo>
                    <a:pt x="2065" y="1276"/>
                    <a:pt x="2050" y="1347"/>
                    <a:pt x="2027" y="1415"/>
                  </a:cubicBezTo>
                  <a:cubicBezTo>
                    <a:pt x="1973" y="1569"/>
                    <a:pt x="1884" y="1691"/>
                    <a:pt x="1799" y="1809"/>
                  </a:cubicBezTo>
                  <a:cubicBezTo>
                    <a:pt x="1765" y="1855"/>
                    <a:pt x="1733" y="1899"/>
                    <a:pt x="1704" y="1944"/>
                  </a:cubicBezTo>
                  <a:cubicBezTo>
                    <a:pt x="1677" y="1985"/>
                    <a:pt x="1632" y="2008"/>
                    <a:pt x="1585" y="200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29"/>
            <p:cNvSpPr/>
            <p:nvPr/>
          </p:nvSpPr>
          <p:spPr>
            <a:xfrm>
              <a:off x="6375400" y="6483350"/>
              <a:ext cx="130175" cy="128588"/>
            </a:xfrm>
            <a:custGeom>
              <a:rect b="b" l="l" r="r" t="t"/>
              <a:pathLst>
                <a:path extrusionOk="0" h="1810" w="1829">
                  <a:moveTo>
                    <a:pt x="1128" y="1810"/>
                  </a:moveTo>
                  <a:cubicBezTo>
                    <a:pt x="1090" y="1810"/>
                    <a:pt x="1053" y="1794"/>
                    <a:pt x="1025" y="1765"/>
                  </a:cubicBezTo>
                  <a:cubicBezTo>
                    <a:pt x="973" y="1709"/>
                    <a:pt x="974" y="1622"/>
                    <a:pt x="1028" y="1568"/>
                  </a:cubicBezTo>
                  <a:cubicBezTo>
                    <a:pt x="1034" y="1562"/>
                    <a:pt x="1039" y="1556"/>
                    <a:pt x="1046" y="1550"/>
                  </a:cubicBezTo>
                  <a:cubicBezTo>
                    <a:pt x="1086" y="1496"/>
                    <a:pt x="1106" y="1350"/>
                    <a:pt x="1105" y="1114"/>
                  </a:cubicBezTo>
                  <a:lnTo>
                    <a:pt x="1105" y="1098"/>
                  </a:lnTo>
                  <a:cubicBezTo>
                    <a:pt x="1104" y="933"/>
                    <a:pt x="1075" y="535"/>
                    <a:pt x="817" y="402"/>
                  </a:cubicBezTo>
                  <a:cubicBezTo>
                    <a:pt x="637" y="310"/>
                    <a:pt x="394" y="352"/>
                    <a:pt x="262" y="498"/>
                  </a:cubicBezTo>
                  <a:cubicBezTo>
                    <a:pt x="210" y="556"/>
                    <a:pt x="120" y="560"/>
                    <a:pt x="62" y="508"/>
                  </a:cubicBezTo>
                  <a:cubicBezTo>
                    <a:pt x="4" y="455"/>
                    <a:pt x="0" y="365"/>
                    <a:pt x="52" y="307"/>
                  </a:cubicBezTo>
                  <a:cubicBezTo>
                    <a:pt x="269" y="67"/>
                    <a:pt x="653" y="0"/>
                    <a:pt x="946" y="150"/>
                  </a:cubicBezTo>
                  <a:cubicBezTo>
                    <a:pt x="1308" y="337"/>
                    <a:pt x="1380" y="778"/>
                    <a:pt x="1387" y="1053"/>
                  </a:cubicBezTo>
                  <a:cubicBezTo>
                    <a:pt x="1392" y="1045"/>
                    <a:pt x="1396" y="1037"/>
                    <a:pt x="1401" y="1028"/>
                  </a:cubicBezTo>
                  <a:cubicBezTo>
                    <a:pt x="1495" y="861"/>
                    <a:pt x="1542" y="656"/>
                    <a:pt x="1545" y="401"/>
                  </a:cubicBezTo>
                  <a:cubicBezTo>
                    <a:pt x="1546" y="323"/>
                    <a:pt x="1609" y="261"/>
                    <a:pt x="1687" y="261"/>
                  </a:cubicBezTo>
                  <a:lnTo>
                    <a:pt x="1688" y="261"/>
                  </a:lnTo>
                  <a:cubicBezTo>
                    <a:pt x="1767" y="262"/>
                    <a:pt x="1829" y="326"/>
                    <a:pt x="1829" y="404"/>
                  </a:cubicBezTo>
                  <a:cubicBezTo>
                    <a:pt x="1825" y="708"/>
                    <a:pt x="1766" y="957"/>
                    <a:pt x="1648" y="1167"/>
                  </a:cubicBezTo>
                  <a:cubicBezTo>
                    <a:pt x="1503" y="1424"/>
                    <a:pt x="1375" y="1612"/>
                    <a:pt x="1256" y="1739"/>
                  </a:cubicBezTo>
                  <a:cubicBezTo>
                    <a:pt x="1245" y="1752"/>
                    <a:pt x="1234" y="1764"/>
                    <a:pt x="1222" y="1775"/>
                  </a:cubicBezTo>
                  <a:cubicBezTo>
                    <a:pt x="1194" y="1798"/>
                    <a:pt x="1161" y="1810"/>
                    <a:pt x="1128" y="181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29"/>
            <p:cNvSpPr/>
            <p:nvPr/>
          </p:nvSpPr>
          <p:spPr>
            <a:xfrm>
              <a:off x="6375400" y="6319838"/>
              <a:ext cx="215900" cy="171450"/>
            </a:xfrm>
            <a:custGeom>
              <a:rect b="b" l="l" r="r" t="t"/>
              <a:pathLst>
                <a:path extrusionOk="0" h="2412" w="3045">
                  <a:moveTo>
                    <a:pt x="2809" y="2412"/>
                  </a:moveTo>
                  <a:cubicBezTo>
                    <a:pt x="2796" y="2412"/>
                    <a:pt x="2782" y="2410"/>
                    <a:pt x="2769" y="2406"/>
                  </a:cubicBezTo>
                  <a:cubicBezTo>
                    <a:pt x="2694" y="2384"/>
                    <a:pt x="2651" y="2305"/>
                    <a:pt x="2674" y="2230"/>
                  </a:cubicBezTo>
                  <a:cubicBezTo>
                    <a:pt x="2755" y="1955"/>
                    <a:pt x="2736" y="1831"/>
                    <a:pt x="2700" y="1606"/>
                  </a:cubicBezTo>
                  <a:lnTo>
                    <a:pt x="2698" y="1593"/>
                  </a:lnTo>
                  <a:cubicBezTo>
                    <a:pt x="2647" y="1262"/>
                    <a:pt x="2488" y="923"/>
                    <a:pt x="2274" y="684"/>
                  </a:cubicBezTo>
                  <a:cubicBezTo>
                    <a:pt x="2105" y="497"/>
                    <a:pt x="1822" y="282"/>
                    <a:pt x="1434" y="325"/>
                  </a:cubicBezTo>
                  <a:cubicBezTo>
                    <a:pt x="1146" y="357"/>
                    <a:pt x="831" y="536"/>
                    <a:pt x="591" y="805"/>
                  </a:cubicBezTo>
                  <a:cubicBezTo>
                    <a:pt x="374" y="1048"/>
                    <a:pt x="299" y="1334"/>
                    <a:pt x="374" y="1633"/>
                  </a:cubicBezTo>
                  <a:cubicBezTo>
                    <a:pt x="393" y="1709"/>
                    <a:pt x="347" y="1786"/>
                    <a:pt x="271" y="1805"/>
                  </a:cubicBezTo>
                  <a:cubicBezTo>
                    <a:pt x="195" y="1824"/>
                    <a:pt x="118" y="1778"/>
                    <a:pt x="99" y="1702"/>
                  </a:cubicBezTo>
                  <a:cubicBezTo>
                    <a:pt x="0" y="1308"/>
                    <a:pt x="97" y="932"/>
                    <a:pt x="379" y="617"/>
                  </a:cubicBezTo>
                  <a:cubicBezTo>
                    <a:pt x="669" y="292"/>
                    <a:pt x="1042" y="83"/>
                    <a:pt x="1403" y="43"/>
                  </a:cubicBezTo>
                  <a:cubicBezTo>
                    <a:pt x="1799" y="0"/>
                    <a:pt x="2183" y="160"/>
                    <a:pt x="2484" y="495"/>
                  </a:cubicBezTo>
                  <a:cubicBezTo>
                    <a:pt x="2737" y="777"/>
                    <a:pt x="2918" y="1160"/>
                    <a:pt x="2978" y="1549"/>
                  </a:cubicBezTo>
                  <a:lnTo>
                    <a:pt x="2980" y="1562"/>
                  </a:lnTo>
                  <a:cubicBezTo>
                    <a:pt x="3018" y="1801"/>
                    <a:pt x="3045" y="1974"/>
                    <a:pt x="2945" y="2311"/>
                  </a:cubicBezTo>
                  <a:cubicBezTo>
                    <a:pt x="2927" y="2372"/>
                    <a:pt x="2870" y="2412"/>
                    <a:pt x="2809" y="24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29"/>
            <p:cNvSpPr/>
            <p:nvPr/>
          </p:nvSpPr>
          <p:spPr>
            <a:xfrm>
              <a:off x="6357938" y="6272213"/>
              <a:ext cx="220663" cy="169863"/>
            </a:xfrm>
            <a:custGeom>
              <a:rect b="b" l="l" r="r" t="t"/>
              <a:pathLst>
                <a:path extrusionOk="0" h="2407" w="3134">
                  <a:moveTo>
                    <a:pt x="373" y="2407"/>
                  </a:moveTo>
                  <a:cubicBezTo>
                    <a:pt x="336" y="2407"/>
                    <a:pt x="299" y="2392"/>
                    <a:pt x="271" y="2364"/>
                  </a:cubicBezTo>
                  <a:cubicBezTo>
                    <a:pt x="53" y="2140"/>
                    <a:pt x="0" y="1764"/>
                    <a:pt x="114" y="1246"/>
                  </a:cubicBezTo>
                  <a:cubicBezTo>
                    <a:pt x="200" y="854"/>
                    <a:pt x="464" y="533"/>
                    <a:pt x="922" y="266"/>
                  </a:cubicBezTo>
                  <a:cubicBezTo>
                    <a:pt x="1375" y="0"/>
                    <a:pt x="1896" y="7"/>
                    <a:pt x="2279" y="284"/>
                  </a:cubicBezTo>
                  <a:cubicBezTo>
                    <a:pt x="2730" y="609"/>
                    <a:pt x="3119" y="890"/>
                    <a:pt x="3133" y="1776"/>
                  </a:cubicBezTo>
                  <a:cubicBezTo>
                    <a:pt x="3134" y="1854"/>
                    <a:pt x="3072" y="1919"/>
                    <a:pt x="2994" y="1920"/>
                  </a:cubicBezTo>
                  <a:cubicBezTo>
                    <a:pt x="2916" y="1921"/>
                    <a:pt x="2851" y="1859"/>
                    <a:pt x="2850" y="1780"/>
                  </a:cubicBezTo>
                  <a:cubicBezTo>
                    <a:pt x="2838" y="1037"/>
                    <a:pt x="2550" y="829"/>
                    <a:pt x="2114" y="514"/>
                  </a:cubicBezTo>
                  <a:cubicBezTo>
                    <a:pt x="1822" y="304"/>
                    <a:pt x="1420" y="302"/>
                    <a:pt x="1065" y="510"/>
                  </a:cubicBezTo>
                  <a:cubicBezTo>
                    <a:pt x="679" y="736"/>
                    <a:pt x="459" y="996"/>
                    <a:pt x="390" y="1307"/>
                  </a:cubicBezTo>
                  <a:cubicBezTo>
                    <a:pt x="298" y="1726"/>
                    <a:pt x="326" y="2015"/>
                    <a:pt x="474" y="2166"/>
                  </a:cubicBezTo>
                  <a:cubicBezTo>
                    <a:pt x="528" y="2222"/>
                    <a:pt x="527" y="2311"/>
                    <a:pt x="472" y="2366"/>
                  </a:cubicBezTo>
                  <a:cubicBezTo>
                    <a:pt x="444" y="2393"/>
                    <a:pt x="408" y="2407"/>
                    <a:pt x="373" y="2407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29"/>
            <p:cNvSpPr/>
            <p:nvPr/>
          </p:nvSpPr>
          <p:spPr>
            <a:xfrm>
              <a:off x="6257925" y="6619875"/>
              <a:ext cx="25400" cy="38100"/>
            </a:xfrm>
            <a:custGeom>
              <a:rect b="b" l="l" r="r" t="t"/>
              <a:pathLst>
                <a:path extrusionOk="0" h="542" w="354">
                  <a:moveTo>
                    <a:pt x="200" y="542"/>
                  </a:moveTo>
                  <a:cubicBezTo>
                    <a:pt x="166" y="542"/>
                    <a:pt x="132" y="530"/>
                    <a:pt x="105" y="506"/>
                  </a:cubicBezTo>
                  <a:cubicBezTo>
                    <a:pt x="0" y="411"/>
                    <a:pt x="31" y="273"/>
                    <a:pt x="49" y="190"/>
                  </a:cubicBezTo>
                  <a:cubicBezTo>
                    <a:pt x="53" y="172"/>
                    <a:pt x="58" y="148"/>
                    <a:pt x="59" y="138"/>
                  </a:cubicBezTo>
                  <a:cubicBezTo>
                    <a:pt x="63" y="60"/>
                    <a:pt x="130" y="0"/>
                    <a:pt x="208" y="4"/>
                  </a:cubicBezTo>
                  <a:cubicBezTo>
                    <a:pt x="286" y="8"/>
                    <a:pt x="346" y="75"/>
                    <a:pt x="342" y="153"/>
                  </a:cubicBezTo>
                  <a:cubicBezTo>
                    <a:pt x="340" y="187"/>
                    <a:pt x="333" y="219"/>
                    <a:pt x="326" y="251"/>
                  </a:cubicBezTo>
                  <a:cubicBezTo>
                    <a:pt x="322" y="270"/>
                    <a:pt x="315" y="298"/>
                    <a:pt x="314" y="316"/>
                  </a:cubicBezTo>
                  <a:cubicBezTo>
                    <a:pt x="354" y="369"/>
                    <a:pt x="352" y="444"/>
                    <a:pt x="306" y="495"/>
                  </a:cubicBezTo>
                  <a:cubicBezTo>
                    <a:pt x="277" y="526"/>
                    <a:pt x="239" y="542"/>
                    <a:pt x="200" y="54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29"/>
            <p:cNvSpPr/>
            <p:nvPr/>
          </p:nvSpPr>
          <p:spPr>
            <a:xfrm>
              <a:off x="6218238" y="6635750"/>
              <a:ext cx="98425" cy="46038"/>
            </a:xfrm>
            <a:custGeom>
              <a:rect b="b" l="l" r="r" t="t"/>
              <a:pathLst>
                <a:path extrusionOk="0" h="636" w="1387">
                  <a:moveTo>
                    <a:pt x="156" y="636"/>
                  </a:moveTo>
                  <a:cubicBezTo>
                    <a:pt x="119" y="636"/>
                    <a:pt x="83" y="622"/>
                    <a:pt x="55" y="594"/>
                  </a:cubicBezTo>
                  <a:cubicBezTo>
                    <a:pt x="0" y="538"/>
                    <a:pt x="1" y="448"/>
                    <a:pt x="57" y="394"/>
                  </a:cubicBezTo>
                  <a:cubicBezTo>
                    <a:pt x="173" y="280"/>
                    <a:pt x="357" y="145"/>
                    <a:pt x="527" y="108"/>
                  </a:cubicBezTo>
                  <a:cubicBezTo>
                    <a:pt x="1020" y="0"/>
                    <a:pt x="1255" y="252"/>
                    <a:pt x="1332" y="335"/>
                  </a:cubicBezTo>
                  <a:lnTo>
                    <a:pt x="1334" y="337"/>
                  </a:lnTo>
                  <a:cubicBezTo>
                    <a:pt x="1387" y="394"/>
                    <a:pt x="1384" y="483"/>
                    <a:pt x="1327" y="537"/>
                  </a:cubicBezTo>
                  <a:cubicBezTo>
                    <a:pt x="1270" y="590"/>
                    <a:pt x="1180" y="587"/>
                    <a:pt x="1127" y="530"/>
                  </a:cubicBezTo>
                  <a:lnTo>
                    <a:pt x="1125" y="528"/>
                  </a:lnTo>
                  <a:cubicBezTo>
                    <a:pt x="1059" y="458"/>
                    <a:pt x="923" y="312"/>
                    <a:pt x="587" y="385"/>
                  </a:cubicBezTo>
                  <a:cubicBezTo>
                    <a:pt x="499" y="404"/>
                    <a:pt x="362" y="491"/>
                    <a:pt x="255" y="596"/>
                  </a:cubicBezTo>
                  <a:cubicBezTo>
                    <a:pt x="227" y="623"/>
                    <a:pt x="192" y="636"/>
                    <a:pt x="156" y="636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29"/>
            <p:cNvSpPr/>
            <p:nvPr/>
          </p:nvSpPr>
          <p:spPr>
            <a:xfrm>
              <a:off x="5783263" y="6376988"/>
              <a:ext cx="290513" cy="152400"/>
            </a:xfrm>
            <a:custGeom>
              <a:rect b="b" l="l" r="r" t="t"/>
              <a:pathLst>
                <a:path extrusionOk="0" h="2143" w="4116">
                  <a:moveTo>
                    <a:pt x="696" y="2143"/>
                  </a:moveTo>
                  <a:cubicBezTo>
                    <a:pt x="689" y="2143"/>
                    <a:pt x="681" y="2142"/>
                    <a:pt x="673" y="2141"/>
                  </a:cubicBezTo>
                  <a:cubicBezTo>
                    <a:pt x="422" y="2101"/>
                    <a:pt x="167" y="1825"/>
                    <a:pt x="66" y="1642"/>
                  </a:cubicBezTo>
                  <a:cubicBezTo>
                    <a:pt x="30" y="1576"/>
                    <a:pt x="0" y="1505"/>
                    <a:pt x="27" y="1427"/>
                  </a:cubicBezTo>
                  <a:cubicBezTo>
                    <a:pt x="56" y="1341"/>
                    <a:pt x="130" y="1309"/>
                    <a:pt x="201" y="1278"/>
                  </a:cubicBezTo>
                  <a:lnTo>
                    <a:pt x="207" y="1275"/>
                  </a:lnTo>
                  <a:cubicBezTo>
                    <a:pt x="422" y="1181"/>
                    <a:pt x="784" y="1107"/>
                    <a:pt x="1288" y="1285"/>
                  </a:cubicBezTo>
                  <a:cubicBezTo>
                    <a:pt x="1428" y="1335"/>
                    <a:pt x="1544" y="1400"/>
                    <a:pt x="1638" y="1482"/>
                  </a:cubicBezTo>
                  <a:cubicBezTo>
                    <a:pt x="1758" y="1339"/>
                    <a:pt x="1980" y="1250"/>
                    <a:pt x="2282" y="1229"/>
                  </a:cubicBezTo>
                  <a:cubicBezTo>
                    <a:pt x="2285" y="1229"/>
                    <a:pt x="2287" y="1229"/>
                    <a:pt x="2289" y="1228"/>
                  </a:cubicBezTo>
                  <a:cubicBezTo>
                    <a:pt x="2291" y="1225"/>
                    <a:pt x="2293" y="1217"/>
                    <a:pt x="2295" y="1206"/>
                  </a:cubicBezTo>
                  <a:cubicBezTo>
                    <a:pt x="2317" y="1071"/>
                    <a:pt x="2356" y="914"/>
                    <a:pt x="2385" y="807"/>
                  </a:cubicBezTo>
                  <a:cubicBezTo>
                    <a:pt x="2391" y="788"/>
                    <a:pt x="2396" y="769"/>
                    <a:pt x="2401" y="749"/>
                  </a:cubicBezTo>
                  <a:cubicBezTo>
                    <a:pt x="2460" y="524"/>
                    <a:pt x="2528" y="268"/>
                    <a:pt x="2799" y="117"/>
                  </a:cubicBezTo>
                  <a:cubicBezTo>
                    <a:pt x="3009" y="0"/>
                    <a:pt x="3250" y="46"/>
                    <a:pt x="3462" y="86"/>
                  </a:cubicBezTo>
                  <a:cubicBezTo>
                    <a:pt x="3532" y="100"/>
                    <a:pt x="3598" y="112"/>
                    <a:pt x="3655" y="117"/>
                  </a:cubicBezTo>
                  <a:cubicBezTo>
                    <a:pt x="3833" y="133"/>
                    <a:pt x="3991" y="220"/>
                    <a:pt x="4086" y="357"/>
                  </a:cubicBezTo>
                  <a:cubicBezTo>
                    <a:pt x="4108" y="388"/>
                    <a:pt x="4116" y="427"/>
                    <a:pt x="4109" y="464"/>
                  </a:cubicBezTo>
                  <a:cubicBezTo>
                    <a:pt x="4102" y="501"/>
                    <a:pt x="4081" y="534"/>
                    <a:pt x="4050" y="556"/>
                  </a:cubicBezTo>
                  <a:cubicBezTo>
                    <a:pt x="3918" y="645"/>
                    <a:pt x="3799" y="695"/>
                    <a:pt x="3665" y="717"/>
                  </a:cubicBezTo>
                  <a:lnTo>
                    <a:pt x="3656" y="719"/>
                  </a:lnTo>
                  <a:cubicBezTo>
                    <a:pt x="3585" y="731"/>
                    <a:pt x="3453" y="754"/>
                    <a:pt x="3365" y="674"/>
                  </a:cubicBezTo>
                  <a:cubicBezTo>
                    <a:pt x="3319" y="633"/>
                    <a:pt x="3297" y="574"/>
                    <a:pt x="3302" y="510"/>
                  </a:cubicBezTo>
                  <a:cubicBezTo>
                    <a:pt x="3308" y="432"/>
                    <a:pt x="3376" y="373"/>
                    <a:pt x="3454" y="379"/>
                  </a:cubicBezTo>
                  <a:cubicBezTo>
                    <a:pt x="3501" y="383"/>
                    <a:pt x="3541" y="409"/>
                    <a:pt x="3564" y="446"/>
                  </a:cubicBezTo>
                  <a:cubicBezTo>
                    <a:pt x="3581" y="444"/>
                    <a:pt x="3599" y="441"/>
                    <a:pt x="3607" y="439"/>
                  </a:cubicBezTo>
                  <a:lnTo>
                    <a:pt x="3618" y="438"/>
                  </a:lnTo>
                  <a:cubicBezTo>
                    <a:pt x="3650" y="432"/>
                    <a:pt x="3680" y="425"/>
                    <a:pt x="3709" y="415"/>
                  </a:cubicBezTo>
                  <a:cubicBezTo>
                    <a:pt x="3684" y="407"/>
                    <a:pt x="3658" y="402"/>
                    <a:pt x="3630" y="400"/>
                  </a:cubicBezTo>
                  <a:cubicBezTo>
                    <a:pt x="3558" y="393"/>
                    <a:pt x="3482" y="379"/>
                    <a:pt x="3409" y="365"/>
                  </a:cubicBezTo>
                  <a:cubicBezTo>
                    <a:pt x="3236" y="332"/>
                    <a:pt x="3057" y="297"/>
                    <a:pt x="2936" y="365"/>
                  </a:cubicBezTo>
                  <a:cubicBezTo>
                    <a:pt x="2780" y="452"/>
                    <a:pt x="2735" y="595"/>
                    <a:pt x="2675" y="822"/>
                  </a:cubicBezTo>
                  <a:cubicBezTo>
                    <a:pt x="2669" y="842"/>
                    <a:pt x="2664" y="862"/>
                    <a:pt x="2659" y="881"/>
                  </a:cubicBezTo>
                  <a:cubicBezTo>
                    <a:pt x="2620" y="1024"/>
                    <a:pt x="2590" y="1155"/>
                    <a:pt x="2574" y="1251"/>
                  </a:cubicBezTo>
                  <a:cubicBezTo>
                    <a:pt x="2549" y="1407"/>
                    <a:pt x="2450" y="1502"/>
                    <a:pt x="2302" y="1512"/>
                  </a:cubicBezTo>
                  <a:cubicBezTo>
                    <a:pt x="2224" y="1518"/>
                    <a:pt x="1833" y="1555"/>
                    <a:pt x="1819" y="1754"/>
                  </a:cubicBezTo>
                  <a:cubicBezTo>
                    <a:pt x="1814" y="1815"/>
                    <a:pt x="1771" y="1866"/>
                    <a:pt x="1712" y="1881"/>
                  </a:cubicBezTo>
                  <a:cubicBezTo>
                    <a:pt x="1652" y="1896"/>
                    <a:pt x="1590" y="1871"/>
                    <a:pt x="1558" y="1819"/>
                  </a:cubicBezTo>
                  <a:cubicBezTo>
                    <a:pt x="1482" y="1698"/>
                    <a:pt x="1366" y="1614"/>
                    <a:pt x="1193" y="1552"/>
                  </a:cubicBezTo>
                  <a:cubicBezTo>
                    <a:pt x="863" y="1435"/>
                    <a:pt x="572" y="1428"/>
                    <a:pt x="329" y="1531"/>
                  </a:cubicBezTo>
                  <a:cubicBezTo>
                    <a:pt x="418" y="1674"/>
                    <a:pt x="598" y="1842"/>
                    <a:pt x="718" y="1861"/>
                  </a:cubicBezTo>
                  <a:cubicBezTo>
                    <a:pt x="796" y="1874"/>
                    <a:pt x="848" y="1947"/>
                    <a:pt x="836" y="2024"/>
                  </a:cubicBezTo>
                  <a:cubicBezTo>
                    <a:pt x="825" y="2093"/>
                    <a:pt x="764" y="2143"/>
                    <a:pt x="696" y="21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29"/>
            <p:cNvSpPr/>
            <p:nvPr/>
          </p:nvSpPr>
          <p:spPr>
            <a:xfrm>
              <a:off x="6000750" y="6405563"/>
              <a:ext cx="49213" cy="49213"/>
            </a:xfrm>
            <a:custGeom>
              <a:rect b="b" l="l" r="r" t="t"/>
              <a:pathLst>
                <a:path extrusionOk="0" h="706" w="703">
                  <a:moveTo>
                    <a:pt x="340" y="706"/>
                  </a:moveTo>
                  <a:cubicBezTo>
                    <a:pt x="294" y="706"/>
                    <a:pt x="253" y="701"/>
                    <a:pt x="227" y="693"/>
                  </a:cubicBezTo>
                  <a:cubicBezTo>
                    <a:pt x="109" y="660"/>
                    <a:pt x="63" y="551"/>
                    <a:pt x="41" y="499"/>
                  </a:cubicBezTo>
                  <a:cubicBezTo>
                    <a:pt x="40" y="497"/>
                    <a:pt x="39" y="496"/>
                    <a:pt x="39" y="494"/>
                  </a:cubicBezTo>
                  <a:cubicBezTo>
                    <a:pt x="8" y="453"/>
                    <a:pt x="0" y="397"/>
                    <a:pt x="24" y="348"/>
                  </a:cubicBezTo>
                  <a:cubicBezTo>
                    <a:pt x="57" y="277"/>
                    <a:pt x="142" y="247"/>
                    <a:pt x="212" y="280"/>
                  </a:cubicBezTo>
                  <a:cubicBezTo>
                    <a:pt x="267" y="306"/>
                    <a:pt x="287" y="354"/>
                    <a:pt x="302" y="388"/>
                  </a:cubicBezTo>
                  <a:cubicBezTo>
                    <a:pt x="305" y="397"/>
                    <a:pt x="312" y="413"/>
                    <a:pt x="318" y="423"/>
                  </a:cubicBezTo>
                  <a:cubicBezTo>
                    <a:pt x="339" y="425"/>
                    <a:pt x="371" y="423"/>
                    <a:pt x="393" y="418"/>
                  </a:cubicBezTo>
                  <a:cubicBezTo>
                    <a:pt x="378" y="387"/>
                    <a:pt x="338" y="337"/>
                    <a:pt x="317" y="310"/>
                  </a:cubicBezTo>
                  <a:cubicBezTo>
                    <a:pt x="298" y="286"/>
                    <a:pt x="280" y="264"/>
                    <a:pt x="264" y="241"/>
                  </a:cubicBezTo>
                  <a:cubicBezTo>
                    <a:pt x="221" y="176"/>
                    <a:pt x="238" y="88"/>
                    <a:pt x="303" y="44"/>
                  </a:cubicBezTo>
                  <a:cubicBezTo>
                    <a:pt x="368" y="0"/>
                    <a:pt x="456" y="18"/>
                    <a:pt x="499" y="82"/>
                  </a:cubicBezTo>
                  <a:cubicBezTo>
                    <a:pt x="509" y="96"/>
                    <a:pt x="523" y="114"/>
                    <a:pt x="539" y="134"/>
                  </a:cubicBezTo>
                  <a:cubicBezTo>
                    <a:pt x="579" y="185"/>
                    <a:pt x="630" y="249"/>
                    <a:pt x="659" y="321"/>
                  </a:cubicBezTo>
                  <a:cubicBezTo>
                    <a:pt x="703" y="435"/>
                    <a:pt x="680" y="546"/>
                    <a:pt x="595" y="626"/>
                  </a:cubicBezTo>
                  <a:cubicBezTo>
                    <a:pt x="532" y="687"/>
                    <a:pt x="427" y="706"/>
                    <a:pt x="340" y="706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29"/>
            <p:cNvSpPr/>
            <p:nvPr/>
          </p:nvSpPr>
          <p:spPr>
            <a:xfrm>
              <a:off x="5980113" y="6348413"/>
              <a:ext cx="49213" cy="42863"/>
            </a:xfrm>
            <a:custGeom>
              <a:rect b="b" l="l" r="r" t="t"/>
              <a:pathLst>
                <a:path extrusionOk="0" h="600" w="707">
                  <a:moveTo>
                    <a:pt x="458" y="600"/>
                  </a:moveTo>
                  <a:cubicBezTo>
                    <a:pt x="440" y="600"/>
                    <a:pt x="421" y="596"/>
                    <a:pt x="404" y="589"/>
                  </a:cubicBezTo>
                  <a:cubicBezTo>
                    <a:pt x="331" y="559"/>
                    <a:pt x="297" y="476"/>
                    <a:pt x="327" y="404"/>
                  </a:cubicBezTo>
                  <a:cubicBezTo>
                    <a:pt x="343" y="366"/>
                    <a:pt x="347" y="345"/>
                    <a:pt x="349" y="334"/>
                  </a:cubicBezTo>
                  <a:cubicBezTo>
                    <a:pt x="335" y="328"/>
                    <a:pt x="307" y="320"/>
                    <a:pt x="288" y="358"/>
                  </a:cubicBezTo>
                  <a:cubicBezTo>
                    <a:pt x="252" y="428"/>
                    <a:pt x="167" y="455"/>
                    <a:pt x="97" y="420"/>
                  </a:cubicBezTo>
                  <a:cubicBezTo>
                    <a:pt x="28" y="384"/>
                    <a:pt x="0" y="298"/>
                    <a:pt x="36" y="229"/>
                  </a:cubicBezTo>
                  <a:cubicBezTo>
                    <a:pt x="121" y="63"/>
                    <a:pt x="304" y="0"/>
                    <a:pt x="473" y="79"/>
                  </a:cubicBezTo>
                  <a:cubicBezTo>
                    <a:pt x="547" y="114"/>
                    <a:pt x="707" y="225"/>
                    <a:pt x="589" y="512"/>
                  </a:cubicBezTo>
                  <a:cubicBezTo>
                    <a:pt x="566" y="567"/>
                    <a:pt x="514" y="600"/>
                    <a:pt x="458" y="60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29"/>
            <p:cNvSpPr/>
            <p:nvPr/>
          </p:nvSpPr>
          <p:spPr>
            <a:xfrm>
              <a:off x="5943600" y="6346825"/>
              <a:ext cx="57150" cy="76200"/>
            </a:xfrm>
            <a:custGeom>
              <a:rect b="b" l="l" r="r" t="t"/>
              <a:pathLst>
                <a:path extrusionOk="0" h="1075" w="810">
                  <a:moveTo>
                    <a:pt x="351" y="1075"/>
                  </a:moveTo>
                  <a:cubicBezTo>
                    <a:pt x="306" y="1075"/>
                    <a:pt x="261" y="1053"/>
                    <a:pt x="234" y="1013"/>
                  </a:cubicBezTo>
                  <a:cubicBezTo>
                    <a:pt x="217" y="988"/>
                    <a:pt x="197" y="965"/>
                    <a:pt x="175" y="941"/>
                  </a:cubicBezTo>
                  <a:cubicBezTo>
                    <a:pt x="121" y="877"/>
                    <a:pt x="53" y="799"/>
                    <a:pt x="30" y="672"/>
                  </a:cubicBezTo>
                  <a:cubicBezTo>
                    <a:pt x="0" y="507"/>
                    <a:pt x="26" y="347"/>
                    <a:pt x="100" y="233"/>
                  </a:cubicBezTo>
                  <a:cubicBezTo>
                    <a:pt x="205" y="73"/>
                    <a:pt x="378" y="0"/>
                    <a:pt x="542" y="46"/>
                  </a:cubicBezTo>
                  <a:cubicBezTo>
                    <a:pt x="651" y="77"/>
                    <a:pt x="745" y="159"/>
                    <a:pt x="781" y="257"/>
                  </a:cubicBezTo>
                  <a:cubicBezTo>
                    <a:pt x="810" y="337"/>
                    <a:pt x="800" y="420"/>
                    <a:pt x="753" y="492"/>
                  </a:cubicBezTo>
                  <a:cubicBezTo>
                    <a:pt x="710" y="557"/>
                    <a:pt x="622" y="575"/>
                    <a:pt x="556" y="531"/>
                  </a:cubicBezTo>
                  <a:cubicBezTo>
                    <a:pt x="495" y="491"/>
                    <a:pt x="476" y="410"/>
                    <a:pt x="510" y="347"/>
                  </a:cubicBezTo>
                  <a:cubicBezTo>
                    <a:pt x="500" y="337"/>
                    <a:pt x="482" y="323"/>
                    <a:pt x="465" y="318"/>
                  </a:cubicBezTo>
                  <a:cubicBezTo>
                    <a:pt x="401" y="300"/>
                    <a:pt x="351" y="367"/>
                    <a:pt x="337" y="388"/>
                  </a:cubicBezTo>
                  <a:cubicBezTo>
                    <a:pt x="303" y="441"/>
                    <a:pt x="292" y="530"/>
                    <a:pt x="309" y="622"/>
                  </a:cubicBezTo>
                  <a:cubicBezTo>
                    <a:pt x="317" y="670"/>
                    <a:pt x="342" y="701"/>
                    <a:pt x="390" y="755"/>
                  </a:cubicBezTo>
                  <a:cubicBezTo>
                    <a:pt x="414" y="783"/>
                    <a:pt x="442" y="815"/>
                    <a:pt x="468" y="853"/>
                  </a:cubicBezTo>
                  <a:cubicBezTo>
                    <a:pt x="512" y="918"/>
                    <a:pt x="496" y="1006"/>
                    <a:pt x="431" y="1050"/>
                  </a:cubicBezTo>
                  <a:cubicBezTo>
                    <a:pt x="406" y="1067"/>
                    <a:pt x="379" y="1075"/>
                    <a:pt x="351" y="10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29"/>
            <p:cNvSpPr/>
            <p:nvPr/>
          </p:nvSpPr>
          <p:spPr>
            <a:xfrm>
              <a:off x="6005513" y="6357938"/>
              <a:ext cx="39688" cy="42863"/>
            </a:xfrm>
            <a:custGeom>
              <a:rect b="b" l="l" r="r" t="t"/>
              <a:pathLst>
                <a:path extrusionOk="0" h="600" w="554">
                  <a:moveTo>
                    <a:pt x="225" y="600"/>
                  </a:moveTo>
                  <a:cubicBezTo>
                    <a:pt x="157" y="600"/>
                    <a:pt x="97" y="551"/>
                    <a:pt x="86" y="482"/>
                  </a:cubicBezTo>
                  <a:cubicBezTo>
                    <a:pt x="77" y="431"/>
                    <a:pt x="97" y="382"/>
                    <a:pt x="133" y="351"/>
                  </a:cubicBezTo>
                  <a:cubicBezTo>
                    <a:pt x="126" y="350"/>
                    <a:pt x="118" y="347"/>
                    <a:pt x="110" y="345"/>
                  </a:cubicBezTo>
                  <a:cubicBezTo>
                    <a:pt x="37" y="317"/>
                    <a:pt x="0" y="236"/>
                    <a:pt x="27" y="163"/>
                  </a:cubicBezTo>
                  <a:cubicBezTo>
                    <a:pt x="58" y="79"/>
                    <a:pt x="133" y="23"/>
                    <a:pt x="227" y="12"/>
                  </a:cubicBezTo>
                  <a:cubicBezTo>
                    <a:pt x="333" y="0"/>
                    <a:pt x="441" y="46"/>
                    <a:pt x="496" y="129"/>
                  </a:cubicBezTo>
                  <a:cubicBezTo>
                    <a:pt x="547" y="205"/>
                    <a:pt x="554" y="310"/>
                    <a:pt x="515" y="401"/>
                  </a:cubicBezTo>
                  <a:cubicBezTo>
                    <a:pt x="469" y="506"/>
                    <a:pt x="372" y="578"/>
                    <a:pt x="249" y="598"/>
                  </a:cubicBezTo>
                  <a:cubicBezTo>
                    <a:pt x="241" y="600"/>
                    <a:pt x="233" y="600"/>
                    <a:pt x="225" y="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29"/>
            <p:cNvSpPr/>
            <p:nvPr/>
          </p:nvSpPr>
          <p:spPr>
            <a:xfrm>
              <a:off x="5840413" y="6486525"/>
              <a:ext cx="150813" cy="79375"/>
            </a:xfrm>
            <a:custGeom>
              <a:rect b="b" l="l" r="r" t="t"/>
              <a:pathLst>
                <a:path extrusionOk="0" h="1135" w="2122">
                  <a:moveTo>
                    <a:pt x="638" y="1135"/>
                  </a:moveTo>
                  <a:cubicBezTo>
                    <a:pt x="630" y="1135"/>
                    <a:pt x="623" y="1135"/>
                    <a:pt x="616" y="1135"/>
                  </a:cubicBezTo>
                  <a:lnTo>
                    <a:pt x="603" y="1135"/>
                  </a:lnTo>
                  <a:cubicBezTo>
                    <a:pt x="542" y="1135"/>
                    <a:pt x="231" y="1128"/>
                    <a:pt x="65" y="984"/>
                  </a:cubicBezTo>
                  <a:cubicBezTo>
                    <a:pt x="7" y="933"/>
                    <a:pt x="0" y="844"/>
                    <a:pt x="52" y="785"/>
                  </a:cubicBezTo>
                  <a:cubicBezTo>
                    <a:pt x="103" y="726"/>
                    <a:pt x="192" y="719"/>
                    <a:pt x="251" y="771"/>
                  </a:cubicBezTo>
                  <a:cubicBezTo>
                    <a:pt x="303" y="816"/>
                    <a:pt x="456" y="851"/>
                    <a:pt x="600" y="851"/>
                  </a:cubicBezTo>
                  <a:lnTo>
                    <a:pt x="602" y="851"/>
                  </a:lnTo>
                  <a:lnTo>
                    <a:pt x="618" y="851"/>
                  </a:lnTo>
                  <a:cubicBezTo>
                    <a:pt x="624" y="851"/>
                    <a:pt x="630" y="851"/>
                    <a:pt x="636" y="851"/>
                  </a:cubicBezTo>
                  <a:cubicBezTo>
                    <a:pt x="1036" y="851"/>
                    <a:pt x="1704" y="754"/>
                    <a:pt x="1829" y="126"/>
                  </a:cubicBezTo>
                  <a:cubicBezTo>
                    <a:pt x="1845" y="49"/>
                    <a:pt x="1919" y="0"/>
                    <a:pt x="1996" y="15"/>
                  </a:cubicBezTo>
                  <a:cubicBezTo>
                    <a:pt x="2073" y="30"/>
                    <a:pt x="2122" y="105"/>
                    <a:pt x="2107" y="181"/>
                  </a:cubicBezTo>
                  <a:cubicBezTo>
                    <a:pt x="1986" y="788"/>
                    <a:pt x="1451" y="1135"/>
                    <a:pt x="638" y="11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29"/>
            <p:cNvSpPr/>
            <p:nvPr/>
          </p:nvSpPr>
          <p:spPr>
            <a:xfrm>
              <a:off x="5859463" y="6515100"/>
              <a:ext cx="65088" cy="49213"/>
            </a:xfrm>
            <a:custGeom>
              <a:rect b="b" l="l" r="r" t="t"/>
              <a:pathLst>
                <a:path extrusionOk="0" h="687" w="929">
                  <a:moveTo>
                    <a:pt x="154" y="687"/>
                  </a:moveTo>
                  <a:cubicBezTo>
                    <a:pt x="88" y="687"/>
                    <a:pt x="28" y="640"/>
                    <a:pt x="15" y="573"/>
                  </a:cubicBezTo>
                  <a:cubicBezTo>
                    <a:pt x="0" y="496"/>
                    <a:pt x="49" y="422"/>
                    <a:pt x="126" y="406"/>
                  </a:cubicBezTo>
                  <a:cubicBezTo>
                    <a:pt x="189" y="394"/>
                    <a:pt x="232" y="378"/>
                    <a:pt x="273" y="362"/>
                  </a:cubicBezTo>
                  <a:cubicBezTo>
                    <a:pt x="295" y="354"/>
                    <a:pt x="318" y="346"/>
                    <a:pt x="342" y="338"/>
                  </a:cubicBezTo>
                  <a:cubicBezTo>
                    <a:pt x="395" y="322"/>
                    <a:pt x="429" y="311"/>
                    <a:pt x="465" y="287"/>
                  </a:cubicBezTo>
                  <a:lnTo>
                    <a:pt x="478" y="278"/>
                  </a:lnTo>
                  <a:cubicBezTo>
                    <a:pt x="571" y="215"/>
                    <a:pt x="625" y="170"/>
                    <a:pt x="637" y="143"/>
                  </a:cubicBezTo>
                  <a:cubicBezTo>
                    <a:pt x="638" y="69"/>
                    <a:pt x="697" y="7"/>
                    <a:pt x="772" y="3"/>
                  </a:cubicBezTo>
                  <a:cubicBezTo>
                    <a:pt x="850" y="0"/>
                    <a:pt x="917" y="60"/>
                    <a:pt x="920" y="138"/>
                  </a:cubicBezTo>
                  <a:cubicBezTo>
                    <a:pt x="929" y="315"/>
                    <a:pt x="746" y="439"/>
                    <a:pt x="637" y="512"/>
                  </a:cubicBezTo>
                  <a:lnTo>
                    <a:pt x="624" y="521"/>
                  </a:lnTo>
                  <a:cubicBezTo>
                    <a:pt x="551" y="571"/>
                    <a:pt x="484" y="591"/>
                    <a:pt x="425" y="609"/>
                  </a:cubicBezTo>
                  <a:cubicBezTo>
                    <a:pt x="409" y="614"/>
                    <a:pt x="392" y="620"/>
                    <a:pt x="372" y="628"/>
                  </a:cubicBezTo>
                  <a:cubicBezTo>
                    <a:pt x="325" y="645"/>
                    <a:pt x="267" y="667"/>
                    <a:pt x="182" y="684"/>
                  </a:cubicBezTo>
                  <a:cubicBezTo>
                    <a:pt x="172" y="686"/>
                    <a:pt x="163" y="687"/>
                    <a:pt x="154" y="687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29"/>
            <p:cNvSpPr/>
            <p:nvPr/>
          </p:nvSpPr>
          <p:spPr>
            <a:xfrm>
              <a:off x="5835650" y="6508750"/>
              <a:ext cx="44450" cy="52388"/>
            </a:xfrm>
            <a:custGeom>
              <a:rect b="b" l="l" r="r" t="t"/>
              <a:pathLst>
                <a:path extrusionOk="0" h="730" w="647">
                  <a:moveTo>
                    <a:pt x="157" y="730"/>
                  </a:moveTo>
                  <a:cubicBezTo>
                    <a:pt x="119" y="730"/>
                    <a:pt x="80" y="715"/>
                    <a:pt x="52" y="684"/>
                  </a:cubicBezTo>
                  <a:cubicBezTo>
                    <a:pt x="0" y="626"/>
                    <a:pt x="4" y="536"/>
                    <a:pt x="62" y="484"/>
                  </a:cubicBezTo>
                  <a:cubicBezTo>
                    <a:pt x="210" y="350"/>
                    <a:pt x="313" y="217"/>
                    <a:pt x="354" y="110"/>
                  </a:cubicBezTo>
                  <a:cubicBezTo>
                    <a:pt x="382" y="37"/>
                    <a:pt x="464" y="0"/>
                    <a:pt x="537" y="29"/>
                  </a:cubicBezTo>
                  <a:cubicBezTo>
                    <a:pt x="610" y="56"/>
                    <a:pt x="647" y="138"/>
                    <a:pt x="619" y="211"/>
                  </a:cubicBezTo>
                  <a:cubicBezTo>
                    <a:pt x="547" y="400"/>
                    <a:pt x="380" y="578"/>
                    <a:pt x="253" y="693"/>
                  </a:cubicBezTo>
                  <a:cubicBezTo>
                    <a:pt x="225" y="718"/>
                    <a:pt x="191" y="730"/>
                    <a:pt x="157" y="73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29"/>
            <p:cNvSpPr/>
            <p:nvPr/>
          </p:nvSpPr>
          <p:spPr>
            <a:xfrm>
              <a:off x="5795963" y="6492875"/>
              <a:ext cx="98425" cy="142875"/>
            </a:xfrm>
            <a:custGeom>
              <a:rect b="b" l="l" r="r" t="t"/>
              <a:pathLst>
                <a:path extrusionOk="0" h="2009" w="1405">
                  <a:moveTo>
                    <a:pt x="1131" y="2009"/>
                  </a:moveTo>
                  <a:cubicBezTo>
                    <a:pt x="885" y="2009"/>
                    <a:pt x="626" y="1845"/>
                    <a:pt x="517" y="1651"/>
                  </a:cubicBezTo>
                  <a:cubicBezTo>
                    <a:pt x="425" y="1485"/>
                    <a:pt x="387" y="1279"/>
                    <a:pt x="416" y="1101"/>
                  </a:cubicBezTo>
                  <a:cubicBezTo>
                    <a:pt x="425" y="1049"/>
                    <a:pt x="433" y="1008"/>
                    <a:pt x="442" y="973"/>
                  </a:cubicBezTo>
                  <a:cubicBezTo>
                    <a:pt x="367" y="949"/>
                    <a:pt x="283" y="915"/>
                    <a:pt x="212" y="843"/>
                  </a:cubicBezTo>
                  <a:cubicBezTo>
                    <a:pt x="148" y="779"/>
                    <a:pt x="40" y="649"/>
                    <a:pt x="33" y="499"/>
                  </a:cubicBezTo>
                  <a:cubicBezTo>
                    <a:pt x="32" y="474"/>
                    <a:pt x="31" y="444"/>
                    <a:pt x="31" y="413"/>
                  </a:cubicBezTo>
                  <a:cubicBezTo>
                    <a:pt x="29" y="335"/>
                    <a:pt x="26" y="238"/>
                    <a:pt x="15" y="182"/>
                  </a:cubicBezTo>
                  <a:cubicBezTo>
                    <a:pt x="0" y="105"/>
                    <a:pt x="50" y="31"/>
                    <a:pt x="127" y="15"/>
                  </a:cubicBezTo>
                  <a:cubicBezTo>
                    <a:pt x="203" y="0"/>
                    <a:pt x="278" y="50"/>
                    <a:pt x="293" y="127"/>
                  </a:cubicBezTo>
                  <a:cubicBezTo>
                    <a:pt x="309" y="207"/>
                    <a:pt x="312" y="313"/>
                    <a:pt x="314" y="406"/>
                  </a:cubicBezTo>
                  <a:cubicBezTo>
                    <a:pt x="314" y="435"/>
                    <a:pt x="315" y="462"/>
                    <a:pt x="317" y="485"/>
                  </a:cubicBezTo>
                  <a:cubicBezTo>
                    <a:pt x="318" y="523"/>
                    <a:pt x="358" y="588"/>
                    <a:pt x="413" y="643"/>
                  </a:cubicBezTo>
                  <a:cubicBezTo>
                    <a:pt x="450" y="680"/>
                    <a:pt x="503" y="696"/>
                    <a:pt x="572" y="717"/>
                  </a:cubicBezTo>
                  <a:cubicBezTo>
                    <a:pt x="603" y="726"/>
                    <a:pt x="635" y="736"/>
                    <a:pt x="668" y="749"/>
                  </a:cubicBezTo>
                  <a:cubicBezTo>
                    <a:pt x="673" y="751"/>
                    <a:pt x="678" y="753"/>
                    <a:pt x="682" y="755"/>
                  </a:cubicBezTo>
                  <a:cubicBezTo>
                    <a:pt x="726" y="777"/>
                    <a:pt x="794" y="848"/>
                    <a:pt x="745" y="956"/>
                  </a:cubicBezTo>
                  <a:cubicBezTo>
                    <a:pt x="738" y="971"/>
                    <a:pt x="718" y="1016"/>
                    <a:pt x="696" y="1147"/>
                  </a:cubicBezTo>
                  <a:cubicBezTo>
                    <a:pt x="677" y="1262"/>
                    <a:pt x="703" y="1402"/>
                    <a:pt x="765" y="1513"/>
                  </a:cubicBezTo>
                  <a:cubicBezTo>
                    <a:pt x="837" y="1642"/>
                    <a:pt x="1061" y="1764"/>
                    <a:pt x="1199" y="1715"/>
                  </a:cubicBezTo>
                  <a:cubicBezTo>
                    <a:pt x="1273" y="1690"/>
                    <a:pt x="1353" y="1728"/>
                    <a:pt x="1379" y="1802"/>
                  </a:cubicBezTo>
                  <a:cubicBezTo>
                    <a:pt x="1405" y="1876"/>
                    <a:pt x="1367" y="1957"/>
                    <a:pt x="1292" y="1983"/>
                  </a:cubicBezTo>
                  <a:cubicBezTo>
                    <a:pt x="1241" y="2001"/>
                    <a:pt x="1186" y="2009"/>
                    <a:pt x="1131" y="200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29"/>
            <p:cNvSpPr/>
            <p:nvPr/>
          </p:nvSpPr>
          <p:spPr>
            <a:xfrm>
              <a:off x="5969000" y="6438900"/>
              <a:ext cx="85725" cy="165100"/>
            </a:xfrm>
            <a:custGeom>
              <a:rect b="b" l="l" r="r" t="t"/>
              <a:pathLst>
                <a:path extrusionOk="0" h="2337" w="1225">
                  <a:moveTo>
                    <a:pt x="269" y="2337"/>
                  </a:moveTo>
                  <a:cubicBezTo>
                    <a:pt x="235" y="2337"/>
                    <a:pt x="200" y="2335"/>
                    <a:pt x="164" y="2331"/>
                  </a:cubicBezTo>
                  <a:cubicBezTo>
                    <a:pt x="115" y="2326"/>
                    <a:pt x="74" y="2295"/>
                    <a:pt x="53" y="2253"/>
                  </a:cubicBezTo>
                  <a:cubicBezTo>
                    <a:pt x="46" y="2244"/>
                    <a:pt x="39" y="2233"/>
                    <a:pt x="33" y="2221"/>
                  </a:cubicBezTo>
                  <a:cubicBezTo>
                    <a:pt x="0" y="2150"/>
                    <a:pt x="30" y="2066"/>
                    <a:pt x="101" y="2032"/>
                  </a:cubicBezTo>
                  <a:cubicBezTo>
                    <a:pt x="153" y="2007"/>
                    <a:pt x="213" y="2018"/>
                    <a:pt x="255" y="2054"/>
                  </a:cubicBezTo>
                  <a:cubicBezTo>
                    <a:pt x="516" y="2061"/>
                    <a:pt x="668" y="1903"/>
                    <a:pt x="752" y="1764"/>
                  </a:cubicBezTo>
                  <a:cubicBezTo>
                    <a:pt x="826" y="1643"/>
                    <a:pt x="876" y="1479"/>
                    <a:pt x="901" y="1279"/>
                  </a:cubicBezTo>
                  <a:cubicBezTo>
                    <a:pt x="945" y="941"/>
                    <a:pt x="898" y="711"/>
                    <a:pt x="739" y="485"/>
                  </a:cubicBezTo>
                  <a:cubicBezTo>
                    <a:pt x="730" y="472"/>
                    <a:pt x="716" y="457"/>
                    <a:pt x="702" y="440"/>
                  </a:cubicBezTo>
                  <a:cubicBezTo>
                    <a:pt x="644" y="373"/>
                    <a:pt x="556" y="272"/>
                    <a:pt x="581" y="129"/>
                  </a:cubicBezTo>
                  <a:cubicBezTo>
                    <a:pt x="595" y="52"/>
                    <a:pt x="668" y="0"/>
                    <a:pt x="745" y="14"/>
                  </a:cubicBezTo>
                  <a:cubicBezTo>
                    <a:pt x="822" y="27"/>
                    <a:pt x="873" y="101"/>
                    <a:pt x="860" y="178"/>
                  </a:cubicBezTo>
                  <a:lnTo>
                    <a:pt x="860" y="178"/>
                  </a:lnTo>
                  <a:cubicBezTo>
                    <a:pt x="862" y="192"/>
                    <a:pt x="897" y="232"/>
                    <a:pt x="916" y="254"/>
                  </a:cubicBezTo>
                  <a:cubicBezTo>
                    <a:pt x="935" y="275"/>
                    <a:pt x="954" y="298"/>
                    <a:pt x="972" y="323"/>
                  </a:cubicBezTo>
                  <a:cubicBezTo>
                    <a:pt x="1225" y="683"/>
                    <a:pt x="1217" y="1043"/>
                    <a:pt x="1182" y="1315"/>
                  </a:cubicBezTo>
                  <a:cubicBezTo>
                    <a:pt x="1152" y="1555"/>
                    <a:pt x="1089" y="1755"/>
                    <a:pt x="995" y="1911"/>
                  </a:cubicBezTo>
                  <a:cubicBezTo>
                    <a:pt x="829" y="2186"/>
                    <a:pt x="569" y="2337"/>
                    <a:pt x="269" y="233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29"/>
            <p:cNvSpPr/>
            <p:nvPr/>
          </p:nvSpPr>
          <p:spPr>
            <a:xfrm>
              <a:off x="5929313" y="6577013"/>
              <a:ext cx="63500" cy="53975"/>
            </a:xfrm>
            <a:custGeom>
              <a:rect b="b" l="l" r="r" t="t"/>
              <a:pathLst>
                <a:path extrusionOk="0" h="779" w="908">
                  <a:moveTo>
                    <a:pt x="155" y="779"/>
                  </a:moveTo>
                  <a:cubicBezTo>
                    <a:pt x="90" y="779"/>
                    <a:pt x="31" y="734"/>
                    <a:pt x="16" y="668"/>
                  </a:cubicBezTo>
                  <a:cubicBezTo>
                    <a:pt x="0" y="591"/>
                    <a:pt x="48" y="516"/>
                    <a:pt x="124" y="499"/>
                  </a:cubicBezTo>
                  <a:cubicBezTo>
                    <a:pt x="164" y="490"/>
                    <a:pt x="200" y="488"/>
                    <a:pt x="232" y="486"/>
                  </a:cubicBezTo>
                  <a:cubicBezTo>
                    <a:pt x="271" y="483"/>
                    <a:pt x="299" y="481"/>
                    <a:pt x="325" y="470"/>
                  </a:cubicBezTo>
                  <a:cubicBezTo>
                    <a:pt x="373" y="450"/>
                    <a:pt x="415" y="425"/>
                    <a:pt x="448" y="399"/>
                  </a:cubicBezTo>
                  <a:cubicBezTo>
                    <a:pt x="525" y="337"/>
                    <a:pt x="575" y="210"/>
                    <a:pt x="615" y="108"/>
                  </a:cubicBezTo>
                  <a:cubicBezTo>
                    <a:pt x="644" y="35"/>
                    <a:pt x="726" y="0"/>
                    <a:pt x="799" y="28"/>
                  </a:cubicBezTo>
                  <a:cubicBezTo>
                    <a:pt x="872" y="57"/>
                    <a:pt x="908" y="139"/>
                    <a:pt x="879" y="212"/>
                  </a:cubicBezTo>
                  <a:cubicBezTo>
                    <a:pt x="829" y="338"/>
                    <a:pt x="761" y="511"/>
                    <a:pt x="625" y="620"/>
                  </a:cubicBezTo>
                  <a:cubicBezTo>
                    <a:pt x="572" y="662"/>
                    <a:pt x="509" y="700"/>
                    <a:pt x="437" y="730"/>
                  </a:cubicBezTo>
                  <a:cubicBezTo>
                    <a:pt x="366" y="761"/>
                    <a:pt x="302" y="765"/>
                    <a:pt x="250" y="768"/>
                  </a:cubicBezTo>
                  <a:cubicBezTo>
                    <a:pt x="225" y="770"/>
                    <a:pt x="204" y="771"/>
                    <a:pt x="186" y="776"/>
                  </a:cubicBezTo>
                  <a:cubicBezTo>
                    <a:pt x="175" y="778"/>
                    <a:pt x="165" y="779"/>
                    <a:pt x="155" y="7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29"/>
            <p:cNvSpPr/>
            <p:nvPr/>
          </p:nvSpPr>
          <p:spPr>
            <a:xfrm>
              <a:off x="5870575" y="6580188"/>
              <a:ext cx="88900" cy="63500"/>
            </a:xfrm>
            <a:custGeom>
              <a:rect b="b" l="l" r="r" t="t"/>
              <a:pathLst>
                <a:path extrusionOk="0" h="898" w="1275">
                  <a:moveTo>
                    <a:pt x="567" y="898"/>
                  </a:moveTo>
                  <a:cubicBezTo>
                    <a:pt x="464" y="898"/>
                    <a:pt x="363" y="860"/>
                    <a:pt x="274" y="785"/>
                  </a:cubicBezTo>
                  <a:cubicBezTo>
                    <a:pt x="111" y="649"/>
                    <a:pt x="0" y="394"/>
                    <a:pt x="15" y="192"/>
                  </a:cubicBezTo>
                  <a:cubicBezTo>
                    <a:pt x="21" y="114"/>
                    <a:pt x="89" y="55"/>
                    <a:pt x="167" y="62"/>
                  </a:cubicBezTo>
                  <a:cubicBezTo>
                    <a:pt x="246" y="67"/>
                    <a:pt x="304" y="136"/>
                    <a:pt x="298" y="214"/>
                  </a:cubicBezTo>
                  <a:cubicBezTo>
                    <a:pt x="290" y="314"/>
                    <a:pt x="352" y="481"/>
                    <a:pt x="456" y="568"/>
                  </a:cubicBezTo>
                  <a:cubicBezTo>
                    <a:pt x="529" y="629"/>
                    <a:pt x="582" y="615"/>
                    <a:pt x="600" y="611"/>
                  </a:cubicBezTo>
                  <a:cubicBezTo>
                    <a:pt x="752" y="572"/>
                    <a:pt x="966" y="325"/>
                    <a:pt x="939" y="180"/>
                  </a:cubicBezTo>
                  <a:cubicBezTo>
                    <a:pt x="924" y="103"/>
                    <a:pt x="975" y="29"/>
                    <a:pt x="1052" y="14"/>
                  </a:cubicBezTo>
                  <a:cubicBezTo>
                    <a:pt x="1129" y="0"/>
                    <a:pt x="1203" y="50"/>
                    <a:pt x="1217" y="127"/>
                  </a:cubicBezTo>
                  <a:cubicBezTo>
                    <a:pt x="1275" y="431"/>
                    <a:pt x="958" y="812"/>
                    <a:pt x="670" y="885"/>
                  </a:cubicBezTo>
                  <a:cubicBezTo>
                    <a:pt x="636" y="894"/>
                    <a:pt x="601" y="898"/>
                    <a:pt x="567" y="89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29"/>
            <p:cNvSpPr/>
            <p:nvPr/>
          </p:nvSpPr>
          <p:spPr>
            <a:xfrm>
              <a:off x="5902325" y="6626225"/>
              <a:ext cx="23813" cy="46038"/>
            </a:xfrm>
            <a:custGeom>
              <a:rect b="b" l="l" r="r" t="t"/>
              <a:pathLst>
                <a:path extrusionOk="0" h="649" w="338">
                  <a:moveTo>
                    <a:pt x="153" y="649"/>
                  </a:moveTo>
                  <a:cubicBezTo>
                    <a:pt x="109" y="649"/>
                    <a:pt x="65" y="628"/>
                    <a:pt x="38" y="589"/>
                  </a:cubicBezTo>
                  <a:cubicBezTo>
                    <a:pt x="0" y="536"/>
                    <a:pt x="4" y="466"/>
                    <a:pt x="43" y="417"/>
                  </a:cubicBezTo>
                  <a:cubicBezTo>
                    <a:pt x="54" y="375"/>
                    <a:pt x="56" y="268"/>
                    <a:pt x="45" y="229"/>
                  </a:cubicBezTo>
                  <a:cubicBezTo>
                    <a:pt x="10" y="166"/>
                    <a:pt x="29" y="86"/>
                    <a:pt x="90" y="44"/>
                  </a:cubicBezTo>
                  <a:cubicBezTo>
                    <a:pt x="154" y="0"/>
                    <a:pt x="242" y="17"/>
                    <a:pt x="286" y="82"/>
                  </a:cubicBezTo>
                  <a:cubicBezTo>
                    <a:pt x="331" y="148"/>
                    <a:pt x="338" y="261"/>
                    <a:pt x="335" y="345"/>
                  </a:cubicBezTo>
                  <a:cubicBezTo>
                    <a:pt x="329" y="534"/>
                    <a:pt x="275" y="594"/>
                    <a:pt x="235" y="623"/>
                  </a:cubicBezTo>
                  <a:cubicBezTo>
                    <a:pt x="210" y="640"/>
                    <a:pt x="181" y="649"/>
                    <a:pt x="153" y="64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29"/>
            <p:cNvSpPr/>
            <p:nvPr/>
          </p:nvSpPr>
          <p:spPr>
            <a:xfrm>
              <a:off x="5884863" y="6653213"/>
              <a:ext cx="73025" cy="28575"/>
            </a:xfrm>
            <a:custGeom>
              <a:rect b="b" l="l" r="r" t="t"/>
              <a:pathLst>
                <a:path extrusionOk="0" h="401" w="1018">
                  <a:moveTo>
                    <a:pt x="856" y="401"/>
                  </a:moveTo>
                  <a:cubicBezTo>
                    <a:pt x="832" y="401"/>
                    <a:pt x="808" y="395"/>
                    <a:pt x="785" y="383"/>
                  </a:cubicBezTo>
                  <a:cubicBezTo>
                    <a:pt x="711" y="340"/>
                    <a:pt x="589" y="304"/>
                    <a:pt x="508" y="290"/>
                  </a:cubicBezTo>
                  <a:cubicBezTo>
                    <a:pt x="487" y="287"/>
                    <a:pt x="436" y="282"/>
                    <a:pt x="330" y="293"/>
                  </a:cubicBezTo>
                  <a:cubicBezTo>
                    <a:pt x="315" y="294"/>
                    <a:pt x="305" y="299"/>
                    <a:pt x="275" y="318"/>
                  </a:cubicBezTo>
                  <a:cubicBezTo>
                    <a:pt x="261" y="326"/>
                    <a:pt x="246" y="336"/>
                    <a:pt x="228" y="345"/>
                  </a:cubicBezTo>
                  <a:cubicBezTo>
                    <a:pt x="158" y="381"/>
                    <a:pt x="73" y="355"/>
                    <a:pt x="36" y="285"/>
                  </a:cubicBezTo>
                  <a:cubicBezTo>
                    <a:pt x="0" y="216"/>
                    <a:pt x="27" y="131"/>
                    <a:pt x="96" y="94"/>
                  </a:cubicBezTo>
                  <a:cubicBezTo>
                    <a:pt x="105" y="89"/>
                    <a:pt x="115" y="84"/>
                    <a:pt x="126" y="77"/>
                  </a:cubicBezTo>
                  <a:cubicBezTo>
                    <a:pt x="166" y="52"/>
                    <a:pt x="221" y="18"/>
                    <a:pt x="303" y="10"/>
                  </a:cubicBezTo>
                  <a:cubicBezTo>
                    <a:pt x="410" y="0"/>
                    <a:pt x="492" y="0"/>
                    <a:pt x="554" y="11"/>
                  </a:cubicBezTo>
                  <a:cubicBezTo>
                    <a:pt x="653" y="27"/>
                    <a:pt x="810" y="70"/>
                    <a:pt x="926" y="137"/>
                  </a:cubicBezTo>
                  <a:cubicBezTo>
                    <a:pt x="994" y="176"/>
                    <a:pt x="1018" y="262"/>
                    <a:pt x="979" y="330"/>
                  </a:cubicBezTo>
                  <a:cubicBezTo>
                    <a:pt x="953" y="376"/>
                    <a:pt x="905" y="401"/>
                    <a:pt x="856" y="4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29"/>
            <p:cNvSpPr/>
            <p:nvPr/>
          </p:nvSpPr>
          <p:spPr>
            <a:xfrm>
              <a:off x="6464300" y="6699250"/>
              <a:ext cx="20638" cy="2063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29"/>
            <p:cNvSpPr/>
            <p:nvPr/>
          </p:nvSpPr>
          <p:spPr>
            <a:xfrm>
              <a:off x="6443663" y="6629400"/>
              <a:ext cx="60325" cy="73025"/>
            </a:xfrm>
            <a:custGeom>
              <a:rect b="b" l="l" r="r" t="t"/>
              <a:pathLst>
                <a:path extrusionOk="0" h="1036" w="863">
                  <a:moveTo>
                    <a:pt x="427" y="446"/>
                  </a:moveTo>
                  <a:cubicBezTo>
                    <a:pt x="427" y="446"/>
                    <a:pt x="426" y="446"/>
                    <a:pt x="426" y="447"/>
                  </a:cubicBezTo>
                  <a:cubicBezTo>
                    <a:pt x="377" y="518"/>
                    <a:pt x="309" y="616"/>
                    <a:pt x="321" y="660"/>
                  </a:cubicBezTo>
                  <a:cubicBezTo>
                    <a:pt x="324" y="670"/>
                    <a:pt x="340" y="704"/>
                    <a:pt x="429" y="749"/>
                  </a:cubicBezTo>
                  <a:cubicBezTo>
                    <a:pt x="506" y="711"/>
                    <a:pt x="539" y="677"/>
                    <a:pt x="544" y="658"/>
                  </a:cubicBezTo>
                  <a:cubicBezTo>
                    <a:pt x="554" y="618"/>
                    <a:pt x="482" y="521"/>
                    <a:pt x="434" y="456"/>
                  </a:cubicBezTo>
                  <a:cubicBezTo>
                    <a:pt x="432" y="453"/>
                    <a:pt x="429" y="450"/>
                    <a:pt x="427" y="446"/>
                  </a:cubicBezTo>
                  <a:close/>
                  <a:moveTo>
                    <a:pt x="459" y="1033"/>
                  </a:moveTo>
                  <a:cubicBezTo>
                    <a:pt x="448" y="1033"/>
                    <a:pt x="438" y="1032"/>
                    <a:pt x="428" y="1030"/>
                  </a:cubicBezTo>
                  <a:cubicBezTo>
                    <a:pt x="399" y="1036"/>
                    <a:pt x="369" y="1034"/>
                    <a:pt x="340" y="1021"/>
                  </a:cubicBezTo>
                  <a:cubicBezTo>
                    <a:pt x="176" y="947"/>
                    <a:pt x="81" y="854"/>
                    <a:pt x="48" y="736"/>
                  </a:cubicBezTo>
                  <a:cubicBezTo>
                    <a:pt x="0" y="564"/>
                    <a:pt x="107" y="409"/>
                    <a:pt x="193" y="285"/>
                  </a:cubicBezTo>
                  <a:cubicBezTo>
                    <a:pt x="230" y="232"/>
                    <a:pt x="280" y="159"/>
                    <a:pt x="284" y="126"/>
                  </a:cubicBezTo>
                  <a:cubicBezTo>
                    <a:pt x="292" y="54"/>
                    <a:pt x="353" y="0"/>
                    <a:pt x="425" y="0"/>
                  </a:cubicBezTo>
                  <a:lnTo>
                    <a:pt x="428" y="0"/>
                  </a:lnTo>
                  <a:cubicBezTo>
                    <a:pt x="502" y="2"/>
                    <a:pt x="562" y="59"/>
                    <a:pt x="566" y="133"/>
                  </a:cubicBezTo>
                  <a:cubicBezTo>
                    <a:pt x="568" y="162"/>
                    <a:pt x="627" y="240"/>
                    <a:pt x="661" y="287"/>
                  </a:cubicBezTo>
                  <a:cubicBezTo>
                    <a:pt x="751" y="408"/>
                    <a:pt x="863" y="558"/>
                    <a:pt x="818" y="730"/>
                  </a:cubicBezTo>
                  <a:cubicBezTo>
                    <a:pt x="787" y="849"/>
                    <a:pt x="688" y="945"/>
                    <a:pt x="516" y="1021"/>
                  </a:cubicBezTo>
                  <a:cubicBezTo>
                    <a:pt x="497" y="1029"/>
                    <a:pt x="478" y="1033"/>
                    <a:pt x="459" y="10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29"/>
            <p:cNvSpPr/>
            <p:nvPr/>
          </p:nvSpPr>
          <p:spPr>
            <a:xfrm>
              <a:off x="5762625" y="6699250"/>
              <a:ext cx="19050" cy="2063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29"/>
            <p:cNvSpPr/>
            <p:nvPr/>
          </p:nvSpPr>
          <p:spPr>
            <a:xfrm>
              <a:off x="5740400" y="6629400"/>
              <a:ext cx="61913" cy="73025"/>
            </a:xfrm>
            <a:custGeom>
              <a:rect b="b" l="l" r="r" t="t"/>
              <a:pathLst>
                <a:path extrusionOk="0" h="1037" w="862">
                  <a:moveTo>
                    <a:pt x="426" y="447"/>
                  </a:moveTo>
                  <a:cubicBezTo>
                    <a:pt x="426" y="447"/>
                    <a:pt x="426" y="448"/>
                    <a:pt x="426" y="448"/>
                  </a:cubicBezTo>
                  <a:cubicBezTo>
                    <a:pt x="376" y="519"/>
                    <a:pt x="308" y="617"/>
                    <a:pt x="321" y="662"/>
                  </a:cubicBezTo>
                  <a:cubicBezTo>
                    <a:pt x="324" y="672"/>
                    <a:pt x="340" y="706"/>
                    <a:pt x="428" y="750"/>
                  </a:cubicBezTo>
                  <a:cubicBezTo>
                    <a:pt x="505" y="712"/>
                    <a:pt x="538" y="678"/>
                    <a:pt x="543" y="659"/>
                  </a:cubicBezTo>
                  <a:cubicBezTo>
                    <a:pt x="554" y="619"/>
                    <a:pt x="482" y="522"/>
                    <a:pt x="434" y="458"/>
                  </a:cubicBezTo>
                  <a:cubicBezTo>
                    <a:pt x="431" y="454"/>
                    <a:pt x="429" y="451"/>
                    <a:pt x="426" y="447"/>
                  </a:cubicBezTo>
                  <a:close/>
                  <a:moveTo>
                    <a:pt x="458" y="1034"/>
                  </a:moveTo>
                  <a:cubicBezTo>
                    <a:pt x="448" y="1034"/>
                    <a:pt x="438" y="1033"/>
                    <a:pt x="428" y="1031"/>
                  </a:cubicBezTo>
                  <a:cubicBezTo>
                    <a:pt x="399" y="1037"/>
                    <a:pt x="368" y="1035"/>
                    <a:pt x="339" y="1022"/>
                  </a:cubicBezTo>
                  <a:cubicBezTo>
                    <a:pt x="176" y="948"/>
                    <a:pt x="80" y="855"/>
                    <a:pt x="48" y="737"/>
                  </a:cubicBezTo>
                  <a:cubicBezTo>
                    <a:pt x="0" y="565"/>
                    <a:pt x="107" y="411"/>
                    <a:pt x="193" y="286"/>
                  </a:cubicBezTo>
                  <a:cubicBezTo>
                    <a:pt x="229" y="233"/>
                    <a:pt x="280" y="160"/>
                    <a:pt x="283" y="127"/>
                  </a:cubicBezTo>
                  <a:cubicBezTo>
                    <a:pt x="292" y="54"/>
                    <a:pt x="354" y="0"/>
                    <a:pt x="428" y="1"/>
                  </a:cubicBezTo>
                  <a:cubicBezTo>
                    <a:pt x="501" y="3"/>
                    <a:pt x="561" y="60"/>
                    <a:pt x="566" y="134"/>
                  </a:cubicBezTo>
                  <a:cubicBezTo>
                    <a:pt x="568" y="163"/>
                    <a:pt x="626" y="241"/>
                    <a:pt x="661" y="288"/>
                  </a:cubicBezTo>
                  <a:cubicBezTo>
                    <a:pt x="751" y="409"/>
                    <a:pt x="862" y="559"/>
                    <a:pt x="817" y="731"/>
                  </a:cubicBezTo>
                  <a:cubicBezTo>
                    <a:pt x="786" y="851"/>
                    <a:pt x="687" y="946"/>
                    <a:pt x="516" y="1022"/>
                  </a:cubicBezTo>
                  <a:cubicBezTo>
                    <a:pt x="497" y="1030"/>
                    <a:pt x="477" y="1034"/>
                    <a:pt x="458" y="10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29"/>
            <p:cNvSpPr/>
            <p:nvPr/>
          </p:nvSpPr>
          <p:spPr>
            <a:xfrm>
              <a:off x="5937250" y="6818313"/>
              <a:ext cx="20638" cy="2063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29"/>
            <p:cNvSpPr/>
            <p:nvPr/>
          </p:nvSpPr>
          <p:spPr>
            <a:xfrm>
              <a:off x="5916613" y="6748463"/>
              <a:ext cx="60325" cy="73025"/>
            </a:xfrm>
            <a:custGeom>
              <a:rect b="b" l="l" r="r" t="t"/>
              <a:pathLst>
                <a:path extrusionOk="0" h="1038" w="863">
                  <a:moveTo>
                    <a:pt x="426" y="448"/>
                  </a:moveTo>
                  <a:cubicBezTo>
                    <a:pt x="426" y="448"/>
                    <a:pt x="426" y="448"/>
                    <a:pt x="426" y="448"/>
                  </a:cubicBezTo>
                  <a:cubicBezTo>
                    <a:pt x="376" y="519"/>
                    <a:pt x="309" y="618"/>
                    <a:pt x="321" y="662"/>
                  </a:cubicBezTo>
                  <a:cubicBezTo>
                    <a:pt x="324" y="672"/>
                    <a:pt x="340" y="706"/>
                    <a:pt x="428" y="751"/>
                  </a:cubicBezTo>
                  <a:cubicBezTo>
                    <a:pt x="505" y="713"/>
                    <a:pt x="539" y="679"/>
                    <a:pt x="544" y="659"/>
                  </a:cubicBezTo>
                  <a:cubicBezTo>
                    <a:pt x="554" y="619"/>
                    <a:pt x="482" y="522"/>
                    <a:pt x="434" y="458"/>
                  </a:cubicBezTo>
                  <a:cubicBezTo>
                    <a:pt x="432" y="454"/>
                    <a:pt x="429" y="451"/>
                    <a:pt x="426" y="448"/>
                  </a:cubicBezTo>
                  <a:close/>
                  <a:moveTo>
                    <a:pt x="459" y="1035"/>
                  </a:moveTo>
                  <a:cubicBezTo>
                    <a:pt x="448" y="1035"/>
                    <a:pt x="438" y="1034"/>
                    <a:pt x="428" y="1031"/>
                  </a:cubicBezTo>
                  <a:cubicBezTo>
                    <a:pt x="399" y="1038"/>
                    <a:pt x="368" y="1035"/>
                    <a:pt x="339" y="1022"/>
                  </a:cubicBezTo>
                  <a:cubicBezTo>
                    <a:pt x="176" y="948"/>
                    <a:pt x="81" y="855"/>
                    <a:pt x="48" y="738"/>
                  </a:cubicBezTo>
                  <a:cubicBezTo>
                    <a:pt x="0" y="565"/>
                    <a:pt x="107" y="411"/>
                    <a:pt x="193" y="287"/>
                  </a:cubicBezTo>
                  <a:cubicBezTo>
                    <a:pt x="230" y="234"/>
                    <a:pt x="280" y="161"/>
                    <a:pt x="284" y="128"/>
                  </a:cubicBezTo>
                  <a:cubicBezTo>
                    <a:pt x="292" y="54"/>
                    <a:pt x="355" y="0"/>
                    <a:pt x="428" y="1"/>
                  </a:cubicBezTo>
                  <a:cubicBezTo>
                    <a:pt x="502" y="3"/>
                    <a:pt x="561" y="61"/>
                    <a:pt x="566" y="134"/>
                  </a:cubicBezTo>
                  <a:cubicBezTo>
                    <a:pt x="568" y="163"/>
                    <a:pt x="627" y="242"/>
                    <a:pt x="661" y="289"/>
                  </a:cubicBezTo>
                  <a:cubicBezTo>
                    <a:pt x="751" y="409"/>
                    <a:pt x="863" y="559"/>
                    <a:pt x="818" y="731"/>
                  </a:cubicBezTo>
                  <a:cubicBezTo>
                    <a:pt x="786" y="851"/>
                    <a:pt x="688" y="946"/>
                    <a:pt x="516" y="1023"/>
                  </a:cubicBezTo>
                  <a:cubicBezTo>
                    <a:pt x="497" y="1031"/>
                    <a:pt x="478" y="1035"/>
                    <a:pt x="459" y="10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29"/>
            <p:cNvSpPr/>
            <p:nvPr/>
          </p:nvSpPr>
          <p:spPr>
            <a:xfrm>
              <a:off x="6294438" y="6818313"/>
              <a:ext cx="20638" cy="2063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29"/>
            <p:cNvSpPr/>
            <p:nvPr/>
          </p:nvSpPr>
          <p:spPr>
            <a:xfrm>
              <a:off x="6273800" y="6748463"/>
              <a:ext cx="60325" cy="73025"/>
            </a:xfrm>
            <a:custGeom>
              <a:rect b="b" l="l" r="r" t="t"/>
              <a:pathLst>
                <a:path extrusionOk="0" h="1037" w="863">
                  <a:moveTo>
                    <a:pt x="426" y="447"/>
                  </a:moveTo>
                  <a:cubicBezTo>
                    <a:pt x="426" y="447"/>
                    <a:pt x="426" y="447"/>
                    <a:pt x="426" y="447"/>
                  </a:cubicBezTo>
                  <a:cubicBezTo>
                    <a:pt x="376" y="518"/>
                    <a:pt x="309" y="617"/>
                    <a:pt x="321" y="661"/>
                  </a:cubicBezTo>
                  <a:cubicBezTo>
                    <a:pt x="324" y="671"/>
                    <a:pt x="340" y="705"/>
                    <a:pt x="428" y="750"/>
                  </a:cubicBezTo>
                  <a:cubicBezTo>
                    <a:pt x="505" y="712"/>
                    <a:pt x="539" y="678"/>
                    <a:pt x="544" y="658"/>
                  </a:cubicBezTo>
                  <a:cubicBezTo>
                    <a:pt x="554" y="618"/>
                    <a:pt x="482" y="521"/>
                    <a:pt x="434" y="457"/>
                  </a:cubicBezTo>
                  <a:cubicBezTo>
                    <a:pt x="431" y="453"/>
                    <a:pt x="429" y="450"/>
                    <a:pt x="426" y="447"/>
                  </a:cubicBezTo>
                  <a:close/>
                  <a:moveTo>
                    <a:pt x="459" y="1034"/>
                  </a:moveTo>
                  <a:cubicBezTo>
                    <a:pt x="448" y="1034"/>
                    <a:pt x="438" y="1033"/>
                    <a:pt x="428" y="1030"/>
                  </a:cubicBezTo>
                  <a:cubicBezTo>
                    <a:pt x="399" y="1037"/>
                    <a:pt x="369" y="1034"/>
                    <a:pt x="339" y="1021"/>
                  </a:cubicBezTo>
                  <a:cubicBezTo>
                    <a:pt x="176" y="947"/>
                    <a:pt x="80" y="854"/>
                    <a:pt x="48" y="737"/>
                  </a:cubicBezTo>
                  <a:cubicBezTo>
                    <a:pt x="0" y="564"/>
                    <a:pt x="107" y="410"/>
                    <a:pt x="193" y="286"/>
                  </a:cubicBezTo>
                  <a:cubicBezTo>
                    <a:pt x="230" y="233"/>
                    <a:pt x="280" y="160"/>
                    <a:pt x="284" y="126"/>
                  </a:cubicBezTo>
                  <a:cubicBezTo>
                    <a:pt x="292" y="55"/>
                    <a:pt x="352" y="0"/>
                    <a:pt x="424" y="0"/>
                  </a:cubicBezTo>
                  <a:lnTo>
                    <a:pt x="428" y="0"/>
                  </a:lnTo>
                  <a:cubicBezTo>
                    <a:pt x="501" y="2"/>
                    <a:pt x="561" y="60"/>
                    <a:pt x="566" y="133"/>
                  </a:cubicBezTo>
                  <a:cubicBezTo>
                    <a:pt x="568" y="162"/>
                    <a:pt x="626" y="241"/>
                    <a:pt x="661" y="288"/>
                  </a:cubicBezTo>
                  <a:cubicBezTo>
                    <a:pt x="751" y="408"/>
                    <a:pt x="863" y="558"/>
                    <a:pt x="818" y="730"/>
                  </a:cubicBezTo>
                  <a:cubicBezTo>
                    <a:pt x="787" y="850"/>
                    <a:pt x="688" y="945"/>
                    <a:pt x="516" y="1022"/>
                  </a:cubicBezTo>
                  <a:cubicBezTo>
                    <a:pt x="497" y="1030"/>
                    <a:pt x="478" y="1034"/>
                    <a:pt x="459" y="10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29"/>
            <p:cNvSpPr/>
            <p:nvPr/>
          </p:nvSpPr>
          <p:spPr>
            <a:xfrm>
              <a:off x="6115050" y="6751638"/>
              <a:ext cx="20638" cy="222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29"/>
            <p:cNvSpPr/>
            <p:nvPr/>
          </p:nvSpPr>
          <p:spPr>
            <a:xfrm>
              <a:off x="6094413" y="6683375"/>
              <a:ext cx="60325" cy="73025"/>
            </a:xfrm>
            <a:custGeom>
              <a:rect b="b" l="l" r="r" t="t"/>
              <a:pathLst>
                <a:path extrusionOk="0" h="1036" w="862">
                  <a:moveTo>
                    <a:pt x="426" y="446"/>
                  </a:moveTo>
                  <a:cubicBezTo>
                    <a:pt x="426" y="446"/>
                    <a:pt x="426" y="447"/>
                    <a:pt x="426" y="447"/>
                  </a:cubicBezTo>
                  <a:cubicBezTo>
                    <a:pt x="376" y="518"/>
                    <a:pt x="308" y="616"/>
                    <a:pt x="321" y="661"/>
                  </a:cubicBezTo>
                  <a:cubicBezTo>
                    <a:pt x="324" y="671"/>
                    <a:pt x="340" y="705"/>
                    <a:pt x="428" y="749"/>
                  </a:cubicBezTo>
                  <a:cubicBezTo>
                    <a:pt x="505" y="711"/>
                    <a:pt x="538" y="677"/>
                    <a:pt x="543" y="658"/>
                  </a:cubicBezTo>
                  <a:cubicBezTo>
                    <a:pt x="554" y="618"/>
                    <a:pt x="482" y="521"/>
                    <a:pt x="434" y="457"/>
                  </a:cubicBezTo>
                  <a:cubicBezTo>
                    <a:pt x="431" y="453"/>
                    <a:pt x="429" y="450"/>
                    <a:pt x="426" y="446"/>
                  </a:cubicBezTo>
                  <a:close/>
                  <a:moveTo>
                    <a:pt x="458" y="1033"/>
                  </a:moveTo>
                  <a:cubicBezTo>
                    <a:pt x="448" y="1033"/>
                    <a:pt x="438" y="1032"/>
                    <a:pt x="428" y="1030"/>
                  </a:cubicBezTo>
                  <a:cubicBezTo>
                    <a:pt x="399" y="1036"/>
                    <a:pt x="368" y="1034"/>
                    <a:pt x="339" y="1021"/>
                  </a:cubicBezTo>
                  <a:cubicBezTo>
                    <a:pt x="176" y="947"/>
                    <a:pt x="80" y="854"/>
                    <a:pt x="48" y="736"/>
                  </a:cubicBezTo>
                  <a:cubicBezTo>
                    <a:pt x="0" y="564"/>
                    <a:pt x="107" y="409"/>
                    <a:pt x="193" y="285"/>
                  </a:cubicBezTo>
                  <a:cubicBezTo>
                    <a:pt x="230" y="232"/>
                    <a:pt x="280" y="159"/>
                    <a:pt x="284" y="126"/>
                  </a:cubicBezTo>
                  <a:cubicBezTo>
                    <a:pt x="292" y="54"/>
                    <a:pt x="352" y="0"/>
                    <a:pt x="424" y="0"/>
                  </a:cubicBezTo>
                  <a:lnTo>
                    <a:pt x="428" y="0"/>
                  </a:lnTo>
                  <a:cubicBezTo>
                    <a:pt x="501" y="2"/>
                    <a:pt x="561" y="59"/>
                    <a:pt x="566" y="133"/>
                  </a:cubicBezTo>
                  <a:cubicBezTo>
                    <a:pt x="568" y="162"/>
                    <a:pt x="626" y="240"/>
                    <a:pt x="661" y="287"/>
                  </a:cubicBezTo>
                  <a:cubicBezTo>
                    <a:pt x="751" y="408"/>
                    <a:pt x="862" y="558"/>
                    <a:pt x="818" y="730"/>
                  </a:cubicBezTo>
                  <a:cubicBezTo>
                    <a:pt x="786" y="850"/>
                    <a:pt x="688" y="945"/>
                    <a:pt x="516" y="1021"/>
                  </a:cubicBezTo>
                  <a:cubicBezTo>
                    <a:pt x="497" y="1029"/>
                    <a:pt x="477" y="1033"/>
                    <a:pt x="458" y="1033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8" name="Google Shape;428;p29"/>
          <p:cNvSpPr txBox="1"/>
          <p:nvPr/>
        </p:nvSpPr>
        <p:spPr>
          <a:xfrm>
            <a:off x="755006" y="3320075"/>
            <a:ext cx="4896300" cy="628200"/>
          </a:xfrm>
          <a:prstGeom prst="rect">
            <a:avLst/>
          </a:prstGeom>
          <a:solidFill>
            <a:srgbClr val="4A7B29"/>
          </a:solidFill>
          <a:ln>
            <a:noFill/>
          </a:ln>
        </p:spPr>
        <p:txBody>
          <a:bodyPr anchorCtr="0" anchor="ctr" bIns="60925" lIns="60925" spcFirstLastPara="1" rIns="60925" wrap="square" tIns="609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Asset development</a:t>
            </a:r>
            <a:endParaRPr b="1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descr="{&quot;Key&quot;:&quot;POWER_USER_SHAPE_ICON&quot;,&quot;Value&quot;:&quot;POWER_USER_SHAPE_ICON_STYLE_1&quot;}" id="429" name="Google Shape;429;p29"/>
          <p:cNvGrpSpPr/>
          <p:nvPr/>
        </p:nvGrpSpPr>
        <p:grpSpPr>
          <a:xfrm>
            <a:off x="233836" y="3259467"/>
            <a:ext cx="386166" cy="761996"/>
            <a:chOff x="3380514" y="3456559"/>
            <a:chExt cx="292085" cy="576353"/>
          </a:xfrm>
        </p:grpSpPr>
        <p:sp>
          <p:nvSpPr>
            <p:cNvPr id="430" name="Google Shape;430;p29"/>
            <p:cNvSpPr/>
            <p:nvPr/>
          </p:nvSpPr>
          <p:spPr>
            <a:xfrm>
              <a:off x="3437101" y="3456559"/>
              <a:ext cx="235498" cy="248307"/>
            </a:xfrm>
            <a:custGeom>
              <a:rect b="b" l="l" r="r" t="t"/>
              <a:pathLst>
                <a:path extrusionOk="0" h="524" w="499">
                  <a:moveTo>
                    <a:pt x="55" y="227"/>
                  </a:moveTo>
                  <a:cubicBezTo>
                    <a:pt x="45" y="217"/>
                    <a:pt x="25" y="214"/>
                    <a:pt x="12" y="227"/>
                  </a:cubicBezTo>
                  <a:cubicBezTo>
                    <a:pt x="0" y="240"/>
                    <a:pt x="2" y="259"/>
                    <a:pt x="12" y="269"/>
                  </a:cubicBezTo>
                  <a:lnTo>
                    <a:pt x="191" y="449"/>
                  </a:lnTo>
                  <a:cubicBezTo>
                    <a:pt x="266" y="524"/>
                    <a:pt x="356" y="504"/>
                    <a:pt x="417" y="442"/>
                  </a:cubicBezTo>
                  <a:cubicBezTo>
                    <a:pt x="493" y="365"/>
                    <a:pt x="499" y="300"/>
                    <a:pt x="453" y="196"/>
                  </a:cubicBezTo>
                  <a:cubicBezTo>
                    <a:pt x="412" y="102"/>
                    <a:pt x="435" y="46"/>
                    <a:pt x="420" y="41"/>
                  </a:cubicBezTo>
                  <a:cubicBezTo>
                    <a:pt x="384" y="29"/>
                    <a:pt x="341" y="76"/>
                    <a:pt x="361" y="135"/>
                  </a:cubicBezTo>
                  <a:cubicBezTo>
                    <a:pt x="365" y="148"/>
                    <a:pt x="366" y="160"/>
                    <a:pt x="368" y="171"/>
                  </a:cubicBezTo>
                  <a:lnTo>
                    <a:pt x="212" y="16"/>
                  </a:lnTo>
                  <a:cubicBezTo>
                    <a:pt x="202" y="6"/>
                    <a:pt x="181" y="0"/>
                    <a:pt x="165" y="16"/>
                  </a:cubicBezTo>
                  <a:cubicBezTo>
                    <a:pt x="152" y="29"/>
                    <a:pt x="154" y="51"/>
                    <a:pt x="165" y="62"/>
                  </a:cubicBezTo>
                  <a:lnTo>
                    <a:pt x="290" y="187"/>
                  </a:lnTo>
                  <a:cubicBezTo>
                    <a:pt x="283" y="189"/>
                    <a:pt x="276" y="192"/>
                    <a:pt x="269" y="196"/>
                  </a:cubicBezTo>
                  <a:lnTo>
                    <a:pt x="125" y="51"/>
                  </a:lnTo>
                  <a:cubicBezTo>
                    <a:pt x="115" y="42"/>
                    <a:pt x="94" y="36"/>
                    <a:pt x="78" y="51"/>
                  </a:cubicBezTo>
                  <a:cubicBezTo>
                    <a:pt x="66" y="64"/>
                    <a:pt x="65" y="84"/>
                    <a:pt x="78" y="98"/>
                  </a:cubicBezTo>
                  <a:lnTo>
                    <a:pt x="214" y="233"/>
                  </a:lnTo>
                  <a:cubicBezTo>
                    <a:pt x="214" y="233"/>
                    <a:pt x="206" y="241"/>
                    <a:pt x="199" y="249"/>
                  </a:cubicBezTo>
                  <a:lnTo>
                    <a:pt x="75" y="125"/>
                  </a:lnTo>
                  <a:cubicBezTo>
                    <a:pt x="64" y="114"/>
                    <a:pt x="44" y="110"/>
                    <a:pt x="29" y="125"/>
                  </a:cubicBezTo>
                  <a:cubicBezTo>
                    <a:pt x="17" y="137"/>
                    <a:pt x="15" y="158"/>
                    <a:pt x="29" y="171"/>
                  </a:cubicBezTo>
                  <a:lnTo>
                    <a:pt x="165" y="308"/>
                  </a:lnTo>
                  <a:cubicBezTo>
                    <a:pt x="162" y="315"/>
                    <a:pt x="160" y="323"/>
                    <a:pt x="158" y="331"/>
                  </a:cubicBezTo>
                  <a:lnTo>
                    <a:pt x="55" y="227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29"/>
            <p:cNvSpPr/>
            <p:nvPr/>
          </p:nvSpPr>
          <p:spPr>
            <a:xfrm>
              <a:off x="3445364" y="3684038"/>
              <a:ext cx="28259" cy="45825"/>
            </a:xfrm>
            <a:custGeom>
              <a:rect b="b" l="l" r="r" t="t"/>
              <a:pathLst>
                <a:path extrusionOk="0" h="122" w="76">
                  <a:moveTo>
                    <a:pt x="34" y="0"/>
                  </a:moveTo>
                  <a:cubicBezTo>
                    <a:pt x="56" y="24"/>
                    <a:pt x="76" y="65"/>
                    <a:pt x="67" y="108"/>
                  </a:cubicBezTo>
                  <a:cubicBezTo>
                    <a:pt x="52" y="122"/>
                    <a:pt x="21" y="120"/>
                    <a:pt x="8" y="104"/>
                  </a:cubicBezTo>
                  <a:cubicBezTo>
                    <a:pt x="0" y="64"/>
                    <a:pt x="23" y="33"/>
                    <a:pt x="34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29"/>
            <p:cNvSpPr/>
            <p:nvPr/>
          </p:nvSpPr>
          <p:spPr>
            <a:xfrm>
              <a:off x="3566319" y="3713428"/>
              <a:ext cx="28259" cy="45825"/>
            </a:xfrm>
            <a:custGeom>
              <a:rect b="b" l="l" r="r" t="t"/>
              <a:pathLst>
                <a:path extrusionOk="0" h="122" w="76">
                  <a:moveTo>
                    <a:pt x="34" y="0"/>
                  </a:moveTo>
                  <a:cubicBezTo>
                    <a:pt x="56" y="24"/>
                    <a:pt x="76" y="65"/>
                    <a:pt x="67" y="108"/>
                  </a:cubicBezTo>
                  <a:cubicBezTo>
                    <a:pt x="52" y="122"/>
                    <a:pt x="21" y="120"/>
                    <a:pt x="8" y="104"/>
                  </a:cubicBezTo>
                  <a:cubicBezTo>
                    <a:pt x="0" y="64"/>
                    <a:pt x="23" y="33"/>
                    <a:pt x="34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29"/>
            <p:cNvSpPr/>
            <p:nvPr/>
          </p:nvSpPr>
          <p:spPr>
            <a:xfrm>
              <a:off x="3501447" y="3755049"/>
              <a:ext cx="28259" cy="45825"/>
            </a:xfrm>
            <a:custGeom>
              <a:rect b="b" l="l" r="r" t="t"/>
              <a:pathLst>
                <a:path extrusionOk="0" h="122" w="76">
                  <a:moveTo>
                    <a:pt x="34" y="0"/>
                  </a:moveTo>
                  <a:cubicBezTo>
                    <a:pt x="56" y="24"/>
                    <a:pt x="76" y="65"/>
                    <a:pt x="67" y="108"/>
                  </a:cubicBezTo>
                  <a:cubicBezTo>
                    <a:pt x="52" y="122"/>
                    <a:pt x="21" y="120"/>
                    <a:pt x="8" y="104"/>
                  </a:cubicBezTo>
                  <a:cubicBezTo>
                    <a:pt x="0" y="64"/>
                    <a:pt x="23" y="33"/>
                    <a:pt x="34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29"/>
            <p:cNvSpPr/>
            <p:nvPr/>
          </p:nvSpPr>
          <p:spPr>
            <a:xfrm>
              <a:off x="3380514" y="3832052"/>
              <a:ext cx="270122" cy="200860"/>
            </a:xfrm>
            <a:custGeom>
              <a:rect b="b" l="l" r="r" t="t"/>
              <a:pathLst>
                <a:path extrusionOk="0" h="112" w="150">
                  <a:moveTo>
                    <a:pt x="125" y="112"/>
                  </a:moveTo>
                  <a:lnTo>
                    <a:pt x="25" y="112"/>
                  </a:lnTo>
                  <a:lnTo>
                    <a:pt x="0" y="0"/>
                  </a:lnTo>
                  <a:lnTo>
                    <a:pt x="150" y="0"/>
                  </a:lnTo>
                  <a:lnTo>
                    <a:pt x="125" y="112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5" name="Google Shape;435;p29"/>
          <p:cNvSpPr txBox="1"/>
          <p:nvPr/>
        </p:nvSpPr>
        <p:spPr>
          <a:xfrm>
            <a:off x="-152122" y="4130192"/>
            <a:ext cx="5927100" cy="9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50" lIns="356225" spcFirstLastPara="1" rIns="151700" wrap="square" tIns="27050">
            <a:noAutofit/>
          </a:bodyPr>
          <a:lstStyle/>
          <a:p>
            <a:pPr indent="-342900" lvl="1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b="0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National Programme for Bovine Breeding and Dairy Development (NPBBDD)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b="0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Mahatma Gandhi National Rural Employment Guarantee Act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b="0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Blue Revolution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b="0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Fisheries and Aquaculture Infrastructure Development Fund (FIDF)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b="0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Pradhan Mantri Matsya Sampada Yojana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29"/>
          <p:cNvSpPr txBox="1"/>
          <p:nvPr/>
        </p:nvSpPr>
        <p:spPr>
          <a:xfrm>
            <a:off x="7049454" y="807019"/>
            <a:ext cx="4660500" cy="648900"/>
          </a:xfrm>
          <a:prstGeom prst="rect">
            <a:avLst/>
          </a:prstGeom>
          <a:solidFill>
            <a:srgbClr val="4A7B29"/>
          </a:solidFill>
          <a:ln>
            <a:noFill/>
          </a:ln>
        </p:spPr>
        <p:txBody>
          <a:bodyPr anchorCtr="0" anchor="ctr" bIns="60925" lIns="60925" spcFirstLastPara="1" rIns="60925" wrap="square" tIns="609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Credit and Insurance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29"/>
          <p:cNvSpPr txBox="1"/>
          <p:nvPr/>
        </p:nvSpPr>
        <p:spPr>
          <a:xfrm>
            <a:off x="6294225" y="1776134"/>
            <a:ext cx="5687700" cy="4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50" lIns="356225" spcFirstLastPara="1" rIns="151700" wrap="square" tIns="27050">
            <a:noAutofit/>
          </a:bodyPr>
          <a:lstStyle/>
          <a:p>
            <a:pPr indent="-342900" lvl="1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b="0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Animal Husbandry Infrastructure Development Fund (AHIDF)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29"/>
          <p:cNvSpPr txBox="1"/>
          <p:nvPr/>
        </p:nvSpPr>
        <p:spPr>
          <a:xfrm>
            <a:off x="7224507" y="3247581"/>
            <a:ext cx="4488000" cy="700800"/>
          </a:xfrm>
          <a:prstGeom prst="rect">
            <a:avLst/>
          </a:prstGeom>
          <a:solidFill>
            <a:srgbClr val="4A7B29"/>
          </a:solidFill>
          <a:ln>
            <a:noFill/>
          </a:ln>
        </p:spPr>
        <p:txBody>
          <a:bodyPr anchorCtr="0" anchor="ctr" bIns="60925" lIns="60925" spcFirstLastPara="1" rIns="60925" wrap="square" tIns="609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FPO Promotion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29"/>
          <p:cNvSpPr txBox="1"/>
          <p:nvPr/>
        </p:nvSpPr>
        <p:spPr>
          <a:xfrm>
            <a:off x="6415235" y="4589017"/>
            <a:ext cx="5447100" cy="11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50" lIns="356225" spcFirstLastPara="1" rIns="151700" wrap="square" tIns="27050">
            <a:noAutofit/>
          </a:bodyPr>
          <a:lstStyle/>
          <a:p>
            <a:pPr indent="-342900" lvl="1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b="0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National program for dairy development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b="0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Supporting Dairy Cooperatives and Farmers Producers Organization engaged in dairy activity (SDCFPO)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descr="{&quot;Key&quot;:&quot;POWER_USER_SHAPE_ICON&quot;,&quot;Value&quot;:&quot;POWER_USER_SHAPE_ICON_STYLE_1&quot;}" id="440" name="Google Shape;440;p29"/>
          <p:cNvGrpSpPr/>
          <p:nvPr/>
        </p:nvGrpSpPr>
        <p:grpSpPr>
          <a:xfrm>
            <a:off x="6415248" y="889030"/>
            <a:ext cx="543335" cy="556717"/>
            <a:chOff x="955675" y="1374776"/>
            <a:chExt cx="322263" cy="330200"/>
          </a:xfrm>
        </p:grpSpPr>
        <p:sp>
          <p:nvSpPr>
            <p:cNvPr id="441" name="Google Shape;441;p29"/>
            <p:cNvSpPr/>
            <p:nvPr/>
          </p:nvSpPr>
          <p:spPr>
            <a:xfrm>
              <a:off x="955675" y="1382713"/>
              <a:ext cx="322263" cy="161925"/>
            </a:xfrm>
            <a:custGeom>
              <a:rect b="b" l="l" r="r" t="t"/>
              <a:pathLst>
                <a:path extrusionOk="0" h="264" w="529">
                  <a:moveTo>
                    <a:pt x="72" y="192"/>
                  </a:moveTo>
                  <a:cubicBezTo>
                    <a:pt x="100" y="192"/>
                    <a:pt x="124" y="207"/>
                    <a:pt x="136" y="230"/>
                  </a:cubicBezTo>
                  <a:cubicBezTo>
                    <a:pt x="149" y="207"/>
                    <a:pt x="173" y="192"/>
                    <a:pt x="200" y="192"/>
                  </a:cubicBezTo>
                  <a:cubicBezTo>
                    <a:pt x="228" y="192"/>
                    <a:pt x="252" y="207"/>
                    <a:pt x="265" y="230"/>
                  </a:cubicBezTo>
                  <a:cubicBezTo>
                    <a:pt x="277" y="207"/>
                    <a:pt x="301" y="192"/>
                    <a:pt x="329" y="192"/>
                  </a:cubicBezTo>
                  <a:cubicBezTo>
                    <a:pt x="356" y="192"/>
                    <a:pt x="380" y="207"/>
                    <a:pt x="393" y="230"/>
                  </a:cubicBezTo>
                  <a:cubicBezTo>
                    <a:pt x="405" y="207"/>
                    <a:pt x="429" y="192"/>
                    <a:pt x="457" y="192"/>
                  </a:cubicBezTo>
                  <a:cubicBezTo>
                    <a:pt x="476" y="192"/>
                    <a:pt x="494" y="199"/>
                    <a:pt x="507" y="212"/>
                  </a:cubicBezTo>
                  <a:cubicBezTo>
                    <a:pt x="483" y="100"/>
                    <a:pt x="383" y="16"/>
                    <a:pt x="265" y="16"/>
                  </a:cubicBezTo>
                  <a:cubicBezTo>
                    <a:pt x="146" y="16"/>
                    <a:pt x="46" y="100"/>
                    <a:pt x="22" y="212"/>
                  </a:cubicBezTo>
                  <a:cubicBezTo>
                    <a:pt x="35" y="199"/>
                    <a:pt x="53" y="192"/>
                    <a:pt x="72" y="192"/>
                  </a:cubicBezTo>
                  <a:close/>
                  <a:moveTo>
                    <a:pt x="529" y="264"/>
                  </a:moveTo>
                  <a:lnTo>
                    <a:pt x="512" y="264"/>
                  </a:lnTo>
                  <a:cubicBezTo>
                    <a:pt x="512" y="233"/>
                    <a:pt x="487" y="208"/>
                    <a:pt x="457" y="208"/>
                  </a:cubicBezTo>
                  <a:cubicBezTo>
                    <a:pt x="426" y="208"/>
                    <a:pt x="401" y="233"/>
                    <a:pt x="401" y="264"/>
                  </a:cubicBezTo>
                  <a:lnTo>
                    <a:pt x="384" y="264"/>
                  </a:lnTo>
                  <a:cubicBezTo>
                    <a:pt x="384" y="233"/>
                    <a:pt x="359" y="208"/>
                    <a:pt x="329" y="208"/>
                  </a:cubicBezTo>
                  <a:cubicBezTo>
                    <a:pt x="298" y="208"/>
                    <a:pt x="273" y="233"/>
                    <a:pt x="273" y="264"/>
                  </a:cubicBezTo>
                  <a:lnTo>
                    <a:pt x="256" y="264"/>
                  </a:lnTo>
                  <a:cubicBezTo>
                    <a:pt x="256" y="233"/>
                    <a:pt x="231" y="208"/>
                    <a:pt x="200" y="208"/>
                  </a:cubicBezTo>
                  <a:cubicBezTo>
                    <a:pt x="170" y="208"/>
                    <a:pt x="145" y="233"/>
                    <a:pt x="145" y="264"/>
                  </a:cubicBezTo>
                  <a:lnTo>
                    <a:pt x="128" y="264"/>
                  </a:lnTo>
                  <a:cubicBezTo>
                    <a:pt x="128" y="233"/>
                    <a:pt x="103" y="208"/>
                    <a:pt x="72" y="208"/>
                  </a:cubicBezTo>
                  <a:cubicBezTo>
                    <a:pt x="42" y="208"/>
                    <a:pt x="17" y="233"/>
                    <a:pt x="17" y="264"/>
                  </a:cubicBezTo>
                  <a:lnTo>
                    <a:pt x="0" y="264"/>
                  </a:lnTo>
                  <a:cubicBezTo>
                    <a:pt x="0" y="118"/>
                    <a:pt x="119" y="0"/>
                    <a:pt x="265" y="0"/>
                  </a:cubicBezTo>
                  <a:cubicBezTo>
                    <a:pt x="410" y="0"/>
                    <a:pt x="529" y="118"/>
                    <a:pt x="529" y="26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29"/>
            <p:cNvSpPr/>
            <p:nvPr/>
          </p:nvSpPr>
          <p:spPr>
            <a:xfrm>
              <a:off x="1025525" y="1384301"/>
              <a:ext cx="93663" cy="160338"/>
            </a:xfrm>
            <a:custGeom>
              <a:rect b="b" l="l" r="r" t="t"/>
              <a:pathLst>
                <a:path extrusionOk="0" h="264" w="156">
                  <a:moveTo>
                    <a:pt x="15" y="264"/>
                  </a:moveTo>
                  <a:cubicBezTo>
                    <a:pt x="15" y="262"/>
                    <a:pt x="0" y="92"/>
                    <a:pt x="147" y="0"/>
                  </a:cubicBezTo>
                  <a:lnTo>
                    <a:pt x="156" y="14"/>
                  </a:lnTo>
                  <a:cubicBezTo>
                    <a:pt x="18" y="101"/>
                    <a:pt x="32" y="261"/>
                    <a:pt x="32" y="262"/>
                  </a:cubicBezTo>
                  <a:lnTo>
                    <a:pt x="15" y="264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29"/>
            <p:cNvSpPr/>
            <p:nvPr/>
          </p:nvSpPr>
          <p:spPr>
            <a:xfrm>
              <a:off x="1114425" y="1384301"/>
              <a:ext cx="95250" cy="160338"/>
            </a:xfrm>
            <a:custGeom>
              <a:rect b="b" l="l" r="r" t="t"/>
              <a:pathLst>
                <a:path extrusionOk="0" h="264" w="156">
                  <a:moveTo>
                    <a:pt x="141" y="264"/>
                  </a:moveTo>
                  <a:lnTo>
                    <a:pt x="124" y="262"/>
                  </a:lnTo>
                  <a:cubicBezTo>
                    <a:pt x="124" y="261"/>
                    <a:pt x="139" y="102"/>
                    <a:pt x="0" y="14"/>
                  </a:cubicBezTo>
                  <a:lnTo>
                    <a:pt x="9" y="0"/>
                  </a:lnTo>
                  <a:cubicBezTo>
                    <a:pt x="156" y="94"/>
                    <a:pt x="141" y="262"/>
                    <a:pt x="141" y="26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29"/>
            <p:cNvSpPr/>
            <p:nvPr/>
          </p:nvSpPr>
          <p:spPr>
            <a:xfrm>
              <a:off x="1111250" y="1374776"/>
              <a:ext cx="50800" cy="330200"/>
            </a:xfrm>
            <a:custGeom>
              <a:rect b="b" l="l" r="r" t="t"/>
              <a:pathLst>
                <a:path extrusionOk="0" h="540" w="81">
                  <a:moveTo>
                    <a:pt x="41" y="540"/>
                  </a:moveTo>
                  <a:cubicBezTo>
                    <a:pt x="18" y="540"/>
                    <a:pt x="0" y="522"/>
                    <a:pt x="0" y="499"/>
                  </a:cubicBezTo>
                  <a:lnTo>
                    <a:pt x="0" y="0"/>
                  </a:lnTo>
                  <a:lnTo>
                    <a:pt x="17" y="0"/>
                  </a:lnTo>
                  <a:lnTo>
                    <a:pt x="17" y="499"/>
                  </a:lnTo>
                  <a:cubicBezTo>
                    <a:pt x="17" y="513"/>
                    <a:pt x="28" y="523"/>
                    <a:pt x="41" y="523"/>
                  </a:cubicBezTo>
                  <a:cubicBezTo>
                    <a:pt x="54" y="523"/>
                    <a:pt x="64" y="513"/>
                    <a:pt x="64" y="499"/>
                  </a:cubicBezTo>
                  <a:lnTo>
                    <a:pt x="81" y="499"/>
                  </a:lnTo>
                  <a:cubicBezTo>
                    <a:pt x="81" y="522"/>
                    <a:pt x="63" y="540"/>
                    <a:pt x="41" y="54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descr="{&quot;Key&quot;:&quot;POWER_USER_SHAPE_ICON&quot;,&quot;Value&quot;:&quot;POWER_USER_SHAPE_ICON_STYLE_1&quot;}" id="445" name="Google Shape;445;p29"/>
          <p:cNvGrpSpPr/>
          <p:nvPr/>
        </p:nvGrpSpPr>
        <p:grpSpPr>
          <a:xfrm>
            <a:off x="6294370" y="3259504"/>
            <a:ext cx="615458" cy="573012"/>
            <a:chOff x="2962275" y="315913"/>
            <a:chExt cx="828676" cy="771525"/>
          </a:xfrm>
        </p:grpSpPr>
        <p:sp>
          <p:nvSpPr>
            <p:cNvPr id="446" name="Google Shape;446;p29"/>
            <p:cNvSpPr/>
            <p:nvPr/>
          </p:nvSpPr>
          <p:spPr>
            <a:xfrm>
              <a:off x="3243263" y="520700"/>
              <a:ext cx="265113" cy="92075"/>
            </a:xfrm>
            <a:custGeom>
              <a:rect b="b" l="l" r="r" t="t"/>
              <a:pathLst>
                <a:path extrusionOk="0" h="123" w="353">
                  <a:moveTo>
                    <a:pt x="353" y="123"/>
                  </a:moveTo>
                  <a:cubicBezTo>
                    <a:pt x="353" y="58"/>
                    <a:pt x="304" y="15"/>
                    <a:pt x="234" y="0"/>
                  </a:cubicBezTo>
                  <a:lnTo>
                    <a:pt x="177" y="41"/>
                  </a:lnTo>
                  <a:lnTo>
                    <a:pt x="119" y="0"/>
                  </a:lnTo>
                  <a:cubicBezTo>
                    <a:pt x="50" y="15"/>
                    <a:pt x="0" y="58"/>
                    <a:pt x="0" y="123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29"/>
            <p:cNvSpPr/>
            <p:nvPr/>
          </p:nvSpPr>
          <p:spPr>
            <a:xfrm>
              <a:off x="3295650" y="315913"/>
              <a:ext cx="160338" cy="160338"/>
            </a:xfrm>
            <a:prstGeom prst="ellipse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29"/>
            <p:cNvSpPr/>
            <p:nvPr/>
          </p:nvSpPr>
          <p:spPr>
            <a:xfrm>
              <a:off x="3159125" y="647700"/>
              <a:ext cx="434975" cy="252413"/>
            </a:xfrm>
            <a:custGeom>
              <a:rect b="b" l="l" r="r" t="t"/>
              <a:pathLst>
                <a:path extrusionOk="0" h="336" w="580">
                  <a:moveTo>
                    <a:pt x="505" y="336"/>
                  </a:moveTo>
                  <a:lnTo>
                    <a:pt x="505" y="122"/>
                  </a:lnTo>
                  <a:lnTo>
                    <a:pt x="540" y="122"/>
                  </a:lnTo>
                  <a:cubicBezTo>
                    <a:pt x="547" y="122"/>
                    <a:pt x="552" y="118"/>
                    <a:pt x="554" y="111"/>
                  </a:cubicBezTo>
                  <a:lnTo>
                    <a:pt x="577" y="17"/>
                  </a:lnTo>
                  <a:cubicBezTo>
                    <a:pt x="580" y="8"/>
                    <a:pt x="571" y="0"/>
                    <a:pt x="563" y="0"/>
                  </a:cubicBezTo>
                  <a:lnTo>
                    <a:pt x="17" y="0"/>
                  </a:lnTo>
                  <a:cubicBezTo>
                    <a:pt x="8" y="0"/>
                    <a:pt x="0" y="8"/>
                    <a:pt x="3" y="17"/>
                  </a:cubicBezTo>
                  <a:lnTo>
                    <a:pt x="26" y="111"/>
                  </a:lnTo>
                  <a:cubicBezTo>
                    <a:pt x="27" y="118"/>
                    <a:pt x="33" y="122"/>
                    <a:pt x="39" y="122"/>
                  </a:cubicBezTo>
                  <a:lnTo>
                    <a:pt x="75" y="122"/>
                  </a:lnTo>
                  <a:lnTo>
                    <a:pt x="75" y="336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49" name="Google Shape;449;p29"/>
            <p:cNvCxnSpPr/>
            <p:nvPr/>
          </p:nvCxnSpPr>
          <p:spPr>
            <a:xfrm>
              <a:off x="3257550" y="711200"/>
              <a:ext cx="24765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50" name="Google Shape;450;p29"/>
            <p:cNvSpPr/>
            <p:nvPr/>
          </p:nvSpPr>
          <p:spPr>
            <a:xfrm>
              <a:off x="3009900" y="806450"/>
              <a:ext cx="149225" cy="149225"/>
            </a:xfrm>
            <a:prstGeom prst="ellipse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29"/>
            <p:cNvSpPr/>
            <p:nvPr/>
          </p:nvSpPr>
          <p:spPr>
            <a:xfrm>
              <a:off x="2962275" y="996950"/>
              <a:ext cx="246063" cy="90488"/>
            </a:xfrm>
            <a:custGeom>
              <a:rect b="b" l="l" r="r" t="t"/>
              <a:pathLst>
                <a:path extrusionOk="0" h="121" w="328">
                  <a:moveTo>
                    <a:pt x="328" y="121"/>
                  </a:moveTo>
                  <a:cubicBezTo>
                    <a:pt x="328" y="44"/>
                    <a:pt x="255" y="0"/>
                    <a:pt x="164" y="0"/>
                  </a:cubicBezTo>
                  <a:cubicBezTo>
                    <a:pt x="73" y="0"/>
                    <a:pt x="0" y="44"/>
                    <a:pt x="0" y="121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29"/>
            <p:cNvSpPr/>
            <p:nvPr/>
          </p:nvSpPr>
          <p:spPr>
            <a:xfrm>
              <a:off x="3252788" y="996950"/>
              <a:ext cx="246063" cy="90488"/>
            </a:xfrm>
            <a:custGeom>
              <a:rect b="b" l="l" r="r" t="t"/>
              <a:pathLst>
                <a:path extrusionOk="0" h="121" w="328">
                  <a:moveTo>
                    <a:pt x="328" y="121"/>
                  </a:moveTo>
                  <a:cubicBezTo>
                    <a:pt x="328" y="44"/>
                    <a:pt x="254" y="0"/>
                    <a:pt x="164" y="0"/>
                  </a:cubicBezTo>
                  <a:cubicBezTo>
                    <a:pt x="73" y="0"/>
                    <a:pt x="0" y="44"/>
                    <a:pt x="0" y="121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29"/>
            <p:cNvSpPr/>
            <p:nvPr/>
          </p:nvSpPr>
          <p:spPr>
            <a:xfrm>
              <a:off x="3592513" y="806450"/>
              <a:ext cx="149225" cy="149225"/>
            </a:xfrm>
            <a:prstGeom prst="ellipse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29"/>
            <p:cNvSpPr/>
            <p:nvPr/>
          </p:nvSpPr>
          <p:spPr>
            <a:xfrm>
              <a:off x="3544888" y="996950"/>
              <a:ext cx="246063" cy="90488"/>
            </a:xfrm>
            <a:custGeom>
              <a:rect b="b" l="l" r="r" t="t"/>
              <a:pathLst>
                <a:path extrusionOk="0" h="121" w="328">
                  <a:moveTo>
                    <a:pt x="328" y="121"/>
                  </a:moveTo>
                  <a:cubicBezTo>
                    <a:pt x="328" y="44"/>
                    <a:pt x="254" y="0"/>
                    <a:pt x="164" y="0"/>
                  </a:cubicBezTo>
                  <a:cubicBezTo>
                    <a:pt x="73" y="0"/>
                    <a:pt x="0" y="44"/>
                    <a:pt x="0" y="121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29"/>
            <p:cNvSpPr/>
            <p:nvPr/>
          </p:nvSpPr>
          <p:spPr>
            <a:xfrm>
              <a:off x="3300413" y="806450"/>
              <a:ext cx="150813" cy="149225"/>
            </a:xfrm>
            <a:prstGeom prst="ellipse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6" name="Google Shape;456;p29"/>
          <p:cNvSpPr/>
          <p:nvPr/>
        </p:nvSpPr>
        <p:spPr>
          <a:xfrm>
            <a:off x="1905600" y="6172500"/>
            <a:ext cx="20154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8D8D8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Resource Provisions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57" name="Google Shape;457;p29"/>
          <p:cNvSpPr/>
          <p:nvPr/>
        </p:nvSpPr>
        <p:spPr>
          <a:xfrm>
            <a:off x="3920975" y="6172500"/>
            <a:ext cx="21312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1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Convergence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58" name="Google Shape;458;p29"/>
          <p:cNvSpPr/>
          <p:nvPr/>
        </p:nvSpPr>
        <p:spPr>
          <a:xfrm>
            <a:off x="6033875" y="6172500"/>
            <a:ext cx="18879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Examples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59" name="Google Shape;459;p29"/>
          <p:cNvSpPr/>
          <p:nvPr/>
        </p:nvSpPr>
        <p:spPr>
          <a:xfrm>
            <a:off x="7870438" y="6172500"/>
            <a:ext cx="24348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Questions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0"/>
          <p:cNvSpPr txBox="1"/>
          <p:nvPr>
            <p:ph idx="4294967295" type="title"/>
          </p:nvPr>
        </p:nvSpPr>
        <p:spPr>
          <a:xfrm>
            <a:off x="258763" y="-11113"/>
            <a:ext cx="11933237" cy="7883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</a:pPr>
            <a:r>
              <a:rPr b="1" lang="en-IN" sz="3600">
                <a:solidFill>
                  <a:srgbClr val="33473C"/>
                </a:solidFill>
                <a:latin typeface="Georgia"/>
                <a:ea typeface="Georgia"/>
                <a:cs typeface="Georgia"/>
                <a:sym typeface="Georgia"/>
              </a:rPr>
              <a:t>Examples of Convergence – Coffee Plantation</a:t>
            </a:r>
            <a:endParaRPr sz="4000">
              <a:solidFill>
                <a:srgbClr val="33473C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66" name="Google Shape;466;p30"/>
          <p:cNvSpPr txBox="1"/>
          <p:nvPr/>
        </p:nvSpPr>
        <p:spPr>
          <a:xfrm>
            <a:off x="2179320" y="3046921"/>
            <a:ext cx="6666604" cy="3182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9144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3F3F3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3F3F3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67" name="Google Shape;467;p30"/>
          <p:cNvSpPr/>
          <p:nvPr/>
        </p:nvSpPr>
        <p:spPr>
          <a:xfrm rot="-1977018">
            <a:off x="3819131" y="2350395"/>
            <a:ext cx="333604" cy="1089834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68" name="Google Shape;468;p30"/>
          <p:cNvSpPr/>
          <p:nvPr/>
        </p:nvSpPr>
        <p:spPr>
          <a:xfrm rot="1960749">
            <a:off x="7286915" y="2527385"/>
            <a:ext cx="285669" cy="913722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69" name="Google Shape;469;p30"/>
          <p:cNvSpPr/>
          <p:nvPr/>
        </p:nvSpPr>
        <p:spPr>
          <a:xfrm>
            <a:off x="5704690" y="3129261"/>
            <a:ext cx="249219" cy="265176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70" name="Google Shape;470;p30"/>
          <p:cNvSpPr/>
          <p:nvPr/>
        </p:nvSpPr>
        <p:spPr>
          <a:xfrm rot="-9260258">
            <a:off x="3596044" y="4576992"/>
            <a:ext cx="202015" cy="254413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6F94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71" name="Google Shape;471;p30"/>
          <p:cNvSpPr/>
          <p:nvPr/>
        </p:nvSpPr>
        <p:spPr>
          <a:xfrm rot="8309139">
            <a:off x="8136244" y="4922830"/>
            <a:ext cx="168907" cy="301077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6F94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72" name="Google Shape;472;p30"/>
          <p:cNvSpPr txBox="1"/>
          <p:nvPr/>
        </p:nvSpPr>
        <p:spPr>
          <a:xfrm>
            <a:off x="1493520" y="2615518"/>
            <a:ext cx="2056055" cy="861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600" u="none" cap="none" strike="noStrike">
                <a:solidFill>
                  <a:srgbClr val="002060"/>
                </a:solidFill>
                <a:latin typeface="Georgia"/>
                <a:ea typeface="Georgia"/>
                <a:cs typeface="Georgia"/>
                <a:sym typeface="Georgia"/>
              </a:rPr>
              <a:t>Land Development:</a:t>
            </a:r>
            <a:endParaRPr b="0" i="0" sz="12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600" u="none" cap="none" strike="noStrike">
                <a:solidFill>
                  <a:srgbClr val="002060"/>
                </a:solidFill>
                <a:latin typeface="Georgia"/>
                <a:ea typeface="Georgia"/>
                <a:cs typeface="Georgia"/>
                <a:sym typeface="Georgia"/>
              </a:rPr>
              <a:t>MGNREGS </a:t>
            </a:r>
            <a:endParaRPr b="0" i="0" sz="12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descr="10 624.jpg" id="473" name="Google Shape;47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3520" y="847519"/>
            <a:ext cx="2118360" cy="1495313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74" name="Google Shape;474;p30"/>
          <p:cNvSpPr txBox="1"/>
          <p:nvPr/>
        </p:nvSpPr>
        <p:spPr>
          <a:xfrm>
            <a:off x="4546452" y="2387536"/>
            <a:ext cx="2492188" cy="830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600" u="none" cap="none" strike="noStrike">
                <a:solidFill>
                  <a:srgbClr val="002060"/>
                </a:solidFill>
                <a:latin typeface="Georgia"/>
                <a:ea typeface="Georgia"/>
                <a:cs typeface="Georgia"/>
                <a:sym typeface="Georgia"/>
              </a:rPr>
              <a:t>Training &amp; Technology:</a:t>
            </a:r>
            <a:endParaRPr b="0" i="0" sz="12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600" u="none" cap="none" strike="noStrike">
                <a:solidFill>
                  <a:srgbClr val="002060"/>
                </a:solidFill>
                <a:latin typeface="Georgia"/>
                <a:ea typeface="Georgia"/>
                <a:cs typeface="Georgia"/>
                <a:sym typeface="Georgia"/>
              </a:rPr>
              <a:t>Coffee Board/NRLM</a:t>
            </a:r>
            <a:endParaRPr b="0" i="0" sz="12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descr="02.jpg" id="475" name="Google Shape;475;p30"/>
          <p:cNvPicPr preferRelativeResize="0"/>
          <p:nvPr/>
        </p:nvPicPr>
        <p:blipFill rotWithShape="1">
          <a:blip r:embed="rId4">
            <a:alphaModFix/>
          </a:blip>
          <a:srcRect b="3333" l="0" r="0" t="5000"/>
          <a:stretch/>
        </p:blipFill>
        <p:spPr>
          <a:xfrm>
            <a:off x="4693920" y="771320"/>
            <a:ext cx="2118360" cy="1495314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03.jpg" id="476" name="Google Shape;476;p30"/>
          <p:cNvPicPr preferRelativeResize="0"/>
          <p:nvPr/>
        </p:nvPicPr>
        <p:blipFill rotWithShape="1">
          <a:blip r:embed="rId5">
            <a:alphaModFix/>
          </a:blip>
          <a:srcRect b="0" l="14878" r="12923" t="0"/>
          <a:stretch/>
        </p:blipFill>
        <p:spPr>
          <a:xfrm>
            <a:off x="7741920" y="785215"/>
            <a:ext cx="2118360" cy="1557618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77" name="Google Shape;477;p30"/>
          <p:cNvSpPr txBox="1"/>
          <p:nvPr/>
        </p:nvSpPr>
        <p:spPr>
          <a:xfrm>
            <a:off x="7897682" y="2481486"/>
            <a:ext cx="1806836" cy="10771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600" u="none" cap="none" strike="noStrike">
                <a:solidFill>
                  <a:srgbClr val="002060"/>
                </a:solidFill>
                <a:latin typeface="Georgia"/>
                <a:ea typeface="Georgia"/>
                <a:cs typeface="Georgia"/>
                <a:sym typeface="Georgia"/>
              </a:rPr>
              <a:t>Coffee Plants:</a:t>
            </a:r>
            <a:endParaRPr b="0" i="0" sz="12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600" u="none" cap="none" strike="noStrike">
                <a:solidFill>
                  <a:srgbClr val="002060"/>
                </a:solidFill>
                <a:latin typeface="Georgia"/>
                <a:ea typeface="Georgia"/>
                <a:cs typeface="Georgia"/>
                <a:sym typeface="Georgia"/>
              </a:rPr>
              <a:t>Nursery of Horticulture Dept.</a:t>
            </a:r>
            <a:endParaRPr b="0" i="0" sz="12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descr="04.jpg" id="478" name="Google Shape;478;p30"/>
          <p:cNvPicPr preferRelativeResize="0"/>
          <p:nvPr/>
        </p:nvPicPr>
        <p:blipFill rotWithShape="1">
          <a:blip r:embed="rId6">
            <a:alphaModFix/>
          </a:blip>
          <a:srcRect b="0" l="0" r="0" t="14443"/>
          <a:stretch/>
        </p:blipFill>
        <p:spPr>
          <a:xfrm>
            <a:off x="4617720" y="3430901"/>
            <a:ext cx="2430000" cy="1803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05.jpg" id="479" name="Google Shape;479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52953" y="3787425"/>
            <a:ext cx="2180700" cy="1635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80" name="Google Shape;480;p30"/>
          <p:cNvSpPr txBox="1"/>
          <p:nvPr/>
        </p:nvSpPr>
        <p:spPr>
          <a:xfrm>
            <a:off x="1306605" y="5595669"/>
            <a:ext cx="243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IN" sz="1400" u="none" cap="none" strike="noStrike">
                <a:solidFill>
                  <a:srgbClr val="002060"/>
                </a:solidFill>
                <a:latin typeface="Georgia"/>
                <a:ea typeface="Georgia"/>
                <a:cs typeface="Georgia"/>
                <a:sym typeface="Georgia"/>
              </a:rPr>
              <a:t>Maintenance: Beneficiaries/ATMA</a:t>
            </a:r>
            <a:endParaRPr b="0" i="0" sz="12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81" name="Google Shape;481;p30"/>
          <p:cNvSpPr txBox="1"/>
          <p:nvPr/>
        </p:nvSpPr>
        <p:spPr>
          <a:xfrm>
            <a:off x="4770120" y="5503109"/>
            <a:ext cx="2367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600" u="none" cap="none" strike="noStrike">
                <a:solidFill>
                  <a:srgbClr val="002060"/>
                </a:solidFill>
                <a:latin typeface="Georgia"/>
                <a:ea typeface="Georgia"/>
                <a:cs typeface="Georgia"/>
                <a:sym typeface="Georgia"/>
              </a:rPr>
              <a:t>Coffee Plantation (Tribal area)</a:t>
            </a:r>
            <a:endParaRPr b="0" i="0" sz="12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descr="Page-14, No.1.JPG" id="482" name="Google Shape;482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988708" y="3867610"/>
            <a:ext cx="2180700" cy="1635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83" name="Google Shape;483;p30"/>
          <p:cNvSpPr txBox="1"/>
          <p:nvPr/>
        </p:nvSpPr>
        <p:spPr>
          <a:xfrm>
            <a:off x="7926404" y="5564890"/>
            <a:ext cx="2735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600" u="none" cap="none" strike="noStrike">
                <a:solidFill>
                  <a:srgbClr val="002060"/>
                </a:solidFill>
                <a:latin typeface="Georgia"/>
                <a:ea typeface="Georgia"/>
                <a:cs typeface="Georgia"/>
                <a:sym typeface="Georgia"/>
              </a:rPr>
              <a:t>Village Organisations: Payments(MGNREGS)</a:t>
            </a:r>
            <a:endParaRPr b="0" i="0" sz="12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84" name="Google Shape;484;p30"/>
          <p:cNvSpPr/>
          <p:nvPr/>
        </p:nvSpPr>
        <p:spPr>
          <a:xfrm rot="-6099636">
            <a:off x="3918639" y="4183127"/>
            <a:ext cx="326353" cy="62795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85" name="Google Shape;485;p30"/>
          <p:cNvSpPr/>
          <p:nvPr/>
        </p:nvSpPr>
        <p:spPr>
          <a:xfrm rot="6186413">
            <a:off x="7332288" y="4017313"/>
            <a:ext cx="330315" cy="599344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86" name="Google Shape;486;p30"/>
          <p:cNvSpPr/>
          <p:nvPr/>
        </p:nvSpPr>
        <p:spPr>
          <a:xfrm>
            <a:off x="1905600" y="6172500"/>
            <a:ext cx="20154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8D8D8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Resource Provisions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87" name="Google Shape;487;p30"/>
          <p:cNvSpPr/>
          <p:nvPr/>
        </p:nvSpPr>
        <p:spPr>
          <a:xfrm>
            <a:off x="3920975" y="6172500"/>
            <a:ext cx="21312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8D8D8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Convergence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88" name="Google Shape;488;p30"/>
          <p:cNvSpPr/>
          <p:nvPr/>
        </p:nvSpPr>
        <p:spPr>
          <a:xfrm>
            <a:off x="6033875" y="6172500"/>
            <a:ext cx="18879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1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Examples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89" name="Google Shape;489;p30"/>
          <p:cNvSpPr/>
          <p:nvPr/>
        </p:nvSpPr>
        <p:spPr>
          <a:xfrm>
            <a:off x="7870438" y="6172500"/>
            <a:ext cx="24348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Questions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31"/>
          <p:cNvSpPr txBox="1"/>
          <p:nvPr>
            <p:ph idx="4294967295" type="title"/>
          </p:nvPr>
        </p:nvSpPr>
        <p:spPr>
          <a:xfrm>
            <a:off x="258763" y="-11113"/>
            <a:ext cx="11933237" cy="7883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</a:pPr>
            <a:r>
              <a:rPr b="1" lang="en-IN" sz="3600">
                <a:solidFill>
                  <a:srgbClr val="33473C"/>
                </a:solidFill>
                <a:latin typeface="Georgia"/>
                <a:ea typeface="Georgia"/>
                <a:cs typeface="Georgia"/>
                <a:sym typeface="Georgia"/>
              </a:rPr>
              <a:t>Examples of Convergence – Mango Plantation</a:t>
            </a:r>
            <a:endParaRPr sz="4000">
              <a:solidFill>
                <a:srgbClr val="33473C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descr="03.jpg" id="496" name="Google Shape;49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1960" y="3189023"/>
            <a:ext cx="3145691" cy="1635758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97" name="Google Shape;497;p31"/>
          <p:cNvSpPr txBox="1"/>
          <p:nvPr/>
        </p:nvSpPr>
        <p:spPr>
          <a:xfrm>
            <a:off x="2194560" y="2881682"/>
            <a:ext cx="6731700" cy="31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9144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3F3F3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3F3F3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98" name="Google Shape;498;p31"/>
          <p:cNvSpPr/>
          <p:nvPr/>
        </p:nvSpPr>
        <p:spPr>
          <a:xfrm rot="-1977018">
            <a:off x="3701130" y="2446299"/>
            <a:ext cx="432486" cy="563014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99" name="Google Shape;499;p31"/>
          <p:cNvSpPr/>
          <p:nvPr/>
        </p:nvSpPr>
        <p:spPr>
          <a:xfrm rot="1960749">
            <a:off x="7388206" y="2463855"/>
            <a:ext cx="300246" cy="493012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00" name="Google Shape;500;p31"/>
          <p:cNvSpPr/>
          <p:nvPr/>
        </p:nvSpPr>
        <p:spPr>
          <a:xfrm>
            <a:off x="5570025" y="2551748"/>
            <a:ext cx="314700" cy="369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01" name="Google Shape;501;p31"/>
          <p:cNvSpPr/>
          <p:nvPr/>
        </p:nvSpPr>
        <p:spPr>
          <a:xfrm rot="-10562186">
            <a:off x="5507843" y="4840708"/>
            <a:ext cx="224246" cy="338694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02" name="Google Shape;502;p31"/>
          <p:cNvSpPr/>
          <p:nvPr/>
        </p:nvSpPr>
        <p:spPr>
          <a:xfrm rot="-9260258">
            <a:off x="3727227" y="4601636"/>
            <a:ext cx="233454" cy="32316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descr="01.jpg" id="503" name="Google Shape;503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8760" y="800250"/>
            <a:ext cx="2181012" cy="1509931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04" name="Google Shape;504;p31"/>
          <p:cNvSpPr txBox="1"/>
          <p:nvPr/>
        </p:nvSpPr>
        <p:spPr>
          <a:xfrm>
            <a:off x="1427717" y="2445571"/>
            <a:ext cx="2139070" cy="923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2060"/>
                </a:solidFill>
                <a:latin typeface="Georgia"/>
                <a:ea typeface="Georgia"/>
                <a:cs typeface="Georgia"/>
                <a:sym typeface="Georgia"/>
              </a:rPr>
              <a:t>Land Development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2060"/>
                </a:solidFill>
                <a:latin typeface="Georgia"/>
                <a:ea typeface="Georgia"/>
                <a:cs typeface="Georgia"/>
                <a:sym typeface="Georgia"/>
              </a:rPr>
              <a:t>MGNREGS 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descr="Copy of Picture 012.jpg" id="505" name="Google Shape;505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04360" y="800250"/>
            <a:ext cx="2516553" cy="1509932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06" name="Google Shape;506;p31"/>
          <p:cNvSpPr txBox="1"/>
          <p:nvPr/>
        </p:nvSpPr>
        <p:spPr>
          <a:xfrm>
            <a:off x="4632960" y="2414568"/>
            <a:ext cx="226489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IN" sz="1600" u="none" cap="none" strike="noStrike">
                <a:solidFill>
                  <a:srgbClr val="002060"/>
                </a:solidFill>
                <a:latin typeface="Georgia"/>
                <a:ea typeface="Georgia"/>
                <a:cs typeface="Georgia"/>
                <a:sym typeface="Georgia"/>
              </a:rPr>
              <a:t>Maintenance SHG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descr="02.jpg" id="507" name="Google Shape;507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80961" y="800250"/>
            <a:ext cx="2453639" cy="1509932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08" name="Google Shape;508;p31"/>
          <p:cNvSpPr txBox="1"/>
          <p:nvPr/>
        </p:nvSpPr>
        <p:spPr>
          <a:xfrm>
            <a:off x="7806789" y="2402190"/>
            <a:ext cx="2327811" cy="923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2060"/>
                </a:solidFill>
                <a:latin typeface="Georgia"/>
                <a:ea typeface="Georgia"/>
                <a:cs typeface="Georgia"/>
                <a:sym typeface="Georgia"/>
              </a:rPr>
              <a:t>Cost of Plants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2060"/>
                </a:solidFill>
                <a:latin typeface="Georgia"/>
                <a:ea typeface="Georgia"/>
                <a:cs typeface="Georgia"/>
                <a:sym typeface="Georgia"/>
              </a:rPr>
              <a:t>National Hort. Mission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09" name="Google Shape;509;p31"/>
          <p:cNvSpPr txBox="1"/>
          <p:nvPr/>
        </p:nvSpPr>
        <p:spPr>
          <a:xfrm>
            <a:off x="4556760" y="3404888"/>
            <a:ext cx="27681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Mango Orchard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descr="04.jpg" id="510" name="Google Shape;510;p31"/>
          <p:cNvPicPr preferRelativeResize="0"/>
          <p:nvPr/>
        </p:nvPicPr>
        <p:blipFill rotWithShape="1">
          <a:blip r:embed="rId7">
            <a:alphaModFix/>
          </a:blip>
          <a:srcRect b="7141" l="0" r="0" t="0"/>
          <a:stretch/>
        </p:blipFill>
        <p:spPr>
          <a:xfrm>
            <a:off x="1156446" y="4509897"/>
            <a:ext cx="2327811" cy="1447018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11" name="Google Shape;511;p31"/>
          <p:cNvSpPr txBox="1"/>
          <p:nvPr/>
        </p:nvSpPr>
        <p:spPr>
          <a:xfrm>
            <a:off x="1252692" y="3530985"/>
            <a:ext cx="2480211" cy="923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2060"/>
                </a:solidFill>
                <a:latin typeface="Georgia"/>
                <a:ea typeface="Georgia"/>
                <a:cs typeface="Georgia"/>
                <a:sym typeface="Georgia"/>
              </a:rPr>
              <a:t>Tech. Supervision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2060"/>
                </a:solidFill>
                <a:latin typeface="Georgia"/>
                <a:ea typeface="Georgia"/>
                <a:cs typeface="Georgia"/>
                <a:sym typeface="Georgia"/>
              </a:rPr>
              <a:t>Horticulture Dept.-RKVY/NHM 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descr="05.jpg" id="512" name="Google Shape;512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67273" y="4950687"/>
            <a:ext cx="2390700" cy="1384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13" name="Google Shape;513;p31"/>
          <p:cNvSpPr txBox="1"/>
          <p:nvPr/>
        </p:nvSpPr>
        <p:spPr>
          <a:xfrm>
            <a:off x="6907003" y="4958148"/>
            <a:ext cx="22650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IN" sz="1600" u="none" cap="none" strike="noStrike">
                <a:solidFill>
                  <a:srgbClr val="002060"/>
                </a:solidFill>
                <a:latin typeface="Georgia"/>
                <a:ea typeface="Georgia"/>
                <a:cs typeface="Georgia"/>
                <a:sym typeface="Georgia"/>
              </a:rPr>
              <a:t>Soil testing</a:t>
            </a:r>
            <a:endParaRPr b="0" i="0" sz="16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IN" sz="1600" u="none" cap="none" strike="noStrike">
                <a:solidFill>
                  <a:srgbClr val="002060"/>
                </a:solidFill>
                <a:latin typeface="Georgia"/>
                <a:ea typeface="Georgia"/>
                <a:cs typeface="Georgia"/>
                <a:sym typeface="Georgia"/>
              </a:rPr>
              <a:t>Local Lab, Soil and Conservation Dept.(NHM)</a:t>
            </a:r>
            <a:endParaRPr b="0" i="0" sz="16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descr="06.jpg" id="514" name="Google Shape;514;p3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290560" y="3328136"/>
            <a:ext cx="1950328" cy="1572845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15" name="Google Shape;515;p31"/>
          <p:cNvSpPr txBox="1"/>
          <p:nvPr/>
        </p:nvSpPr>
        <p:spPr>
          <a:xfrm>
            <a:off x="10161171" y="3575949"/>
            <a:ext cx="2013242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IN" sz="1600" u="none" cap="none" strike="noStrike">
                <a:solidFill>
                  <a:srgbClr val="002060"/>
                </a:solidFill>
                <a:latin typeface="Georgia"/>
                <a:ea typeface="Georgia"/>
                <a:cs typeface="Georgia"/>
                <a:sym typeface="Georgia"/>
              </a:rPr>
              <a:t>Technology &amp; Supply of Plants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IN" sz="1600" u="none" cap="none" strike="noStrike">
                <a:solidFill>
                  <a:srgbClr val="002060"/>
                </a:solidFill>
                <a:latin typeface="Georgia"/>
                <a:ea typeface="Georgia"/>
                <a:cs typeface="Georgia"/>
                <a:sym typeface="Georgia"/>
              </a:rPr>
              <a:t>Agl. University-ATMA/RKVY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16" name="Google Shape;516;p31"/>
          <p:cNvSpPr/>
          <p:nvPr/>
        </p:nvSpPr>
        <p:spPr>
          <a:xfrm rot="5233813">
            <a:off x="7698543" y="3834142"/>
            <a:ext cx="218215" cy="436842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17" name="Google Shape;517;p31"/>
          <p:cNvSpPr/>
          <p:nvPr/>
        </p:nvSpPr>
        <p:spPr>
          <a:xfrm>
            <a:off x="1905600" y="6172500"/>
            <a:ext cx="20154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8D8D8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Resource Provisions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18" name="Google Shape;518;p31"/>
          <p:cNvSpPr/>
          <p:nvPr/>
        </p:nvSpPr>
        <p:spPr>
          <a:xfrm>
            <a:off x="3920975" y="6172500"/>
            <a:ext cx="21312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8D8D8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Convergence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19" name="Google Shape;519;p31"/>
          <p:cNvSpPr/>
          <p:nvPr/>
        </p:nvSpPr>
        <p:spPr>
          <a:xfrm>
            <a:off x="6033875" y="6172500"/>
            <a:ext cx="18879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1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Examples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20" name="Google Shape;520;p31"/>
          <p:cNvSpPr/>
          <p:nvPr/>
        </p:nvSpPr>
        <p:spPr>
          <a:xfrm>
            <a:off x="7870438" y="6172500"/>
            <a:ext cx="24348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Questions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32"/>
          <p:cNvSpPr/>
          <p:nvPr/>
        </p:nvSpPr>
        <p:spPr>
          <a:xfrm>
            <a:off x="228976" y="2027397"/>
            <a:ext cx="11933585" cy="240440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527" name="Google Shape;527;p32"/>
          <p:cNvGrpSpPr/>
          <p:nvPr/>
        </p:nvGrpSpPr>
        <p:grpSpPr>
          <a:xfrm>
            <a:off x="398092" y="2402512"/>
            <a:ext cx="1771589" cy="1771589"/>
            <a:chOff x="1115911" y="2879929"/>
            <a:chExt cx="1338773" cy="1338773"/>
          </a:xfrm>
        </p:grpSpPr>
        <p:sp>
          <p:nvSpPr>
            <p:cNvPr id="528" name="Google Shape;528;p32"/>
            <p:cNvSpPr/>
            <p:nvPr/>
          </p:nvSpPr>
          <p:spPr>
            <a:xfrm>
              <a:off x="1115911" y="2879929"/>
              <a:ext cx="1338773" cy="1338773"/>
            </a:xfrm>
            <a:prstGeom prst="ellipse">
              <a:avLst/>
            </a:prstGeom>
            <a:solidFill>
              <a:schemeClr val="lt1"/>
            </a:solidFill>
            <a:ln cap="flat" cmpd="sng" w="76200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29" name="Google Shape;529;p32"/>
            <p:cNvSpPr/>
            <p:nvPr/>
          </p:nvSpPr>
          <p:spPr>
            <a:xfrm>
              <a:off x="1232085" y="2996103"/>
              <a:ext cx="1106424" cy="11064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grpSp>
        <p:nvGrpSpPr>
          <p:cNvPr id="530" name="Google Shape;530;p32"/>
          <p:cNvGrpSpPr/>
          <p:nvPr/>
        </p:nvGrpSpPr>
        <p:grpSpPr>
          <a:xfrm>
            <a:off x="2424327" y="2422433"/>
            <a:ext cx="1771589" cy="1771589"/>
            <a:chOff x="1115911" y="2879929"/>
            <a:chExt cx="1338773" cy="1338773"/>
          </a:xfrm>
        </p:grpSpPr>
        <p:sp>
          <p:nvSpPr>
            <p:cNvPr id="531" name="Google Shape;531;p32"/>
            <p:cNvSpPr/>
            <p:nvPr/>
          </p:nvSpPr>
          <p:spPr>
            <a:xfrm>
              <a:off x="1115911" y="2879929"/>
              <a:ext cx="1338773" cy="1338773"/>
            </a:xfrm>
            <a:prstGeom prst="ellipse">
              <a:avLst/>
            </a:prstGeom>
            <a:solidFill>
              <a:schemeClr val="lt1"/>
            </a:solidFill>
            <a:ln cap="flat" cmpd="sng" w="76200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32" name="Google Shape;532;p32"/>
            <p:cNvSpPr/>
            <p:nvPr/>
          </p:nvSpPr>
          <p:spPr>
            <a:xfrm>
              <a:off x="1232085" y="2996103"/>
              <a:ext cx="1106424" cy="110642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grpSp>
        <p:nvGrpSpPr>
          <p:cNvPr id="533" name="Google Shape;533;p32"/>
          <p:cNvGrpSpPr/>
          <p:nvPr/>
        </p:nvGrpSpPr>
        <p:grpSpPr>
          <a:xfrm>
            <a:off x="4349650" y="2420390"/>
            <a:ext cx="1771589" cy="1771589"/>
            <a:chOff x="1115911" y="2879929"/>
            <a:chExt cx="1338773" cy="1338773"/>
          </a:xfrm>
        </p:grpSpPr>
        <p:sp>
          <p:nvSpPr>
            <p:cNvPr id="534" name="Google Shape;534;p32"/>
            <p:cNvSpPr/>
            <p:nvPr/>
          </p:nvSpPr>
          <p:spPr>
            <a:xfrm>
              <a:off x="1115911" y="2879929"/>
              <a:ext cx="1338773" cy="1338773"/>
            </a:xfrm>
            <a:prstGeom prst="ellipse">
              <a:avLst/>
            </a:prstGeom>
            <a:solidFill>
              <a:schemeClr val="lt1"/>
            </a:solidFill>
            <a:ln cap="flat" cmpd="sng" w="76200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35" name="Google Shape;535;p32"/>
            <p:cNvSpPr/>
            <p:nvPr/>
          </p:nvSpPr>
          <p:spPr>
            <a:xfrm>
              <a:off x="1232085" y="2996103"/>
              <a:ext cx="1106424" cy="110642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grpSp>
        <p:nvGrpSpPr>
          <p:cNvPr id="536" name="Google Shape;536;p32"/>
          <p:cNvGrpSpPr/>
          <p:nvPr/>
        </p:nvGrpSpPr>
        <p:grpSpPr>
          <a:xfrm>
            <a:off x="6279748" y="2470284"/>
            <a:ext cx="1771589" cy="1771589"/>
            <a:chOff x="1115911" y="2879929"/>
            <a:chExt cx="1338773" cy="1338773"/>
          </a:xfrm>
        </p:grpSpPr>
        <p:sp>
          <p:nvSpPr>
            <p:cNvPr id="537" name="Google Shape;537;p32"/>
            <p:cNvSpPr/>
            <p:nvPr/>
          </p:nvSpPr>
          <p:spPr>
            <a:xfrm>
              <a:off x="1115911" y="2879929"/>
              <a:ext cx="1338773" cy="1338773"/>
            </a:xfrm>
            <a:prstGeom prst="ellipse">
              <a:avLst/>
            </a:prstGeom>
            <a:solidFill>
              <a:schemeClr val="lt1"/>
            </a:solidFill>
            <a:ln cap="flat" cmpd="sng" w="76200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38" name="Google Shape;538;p32"/>
            <p:cNvSpPr/>
            <p:nvPr/>
          </p:nvSpPr>
          <p:spPr>
            <a:xfrm>
              <a:off x="1232085" y="2996103"/>
              <a:ext cx="1106424" cy="110642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grpSp>
        <p:nvGrpSpPr>
          <p:cNvPr id="539" name="Google Shape;539;p32"/>
          <p:cNvGrpSpPr/>
          <p:nvPr/>
        </p:nvGrpSpPr>
        <p:grpSpPr>
          <a:xfrm>
            <a:off x="8273656" y="2409992"/>
            <a:ext cx="1771589" cy="1771589"/>
            <a:chOff x="1115911" y="2879929"/>
            <a:chExt cx="1338773" cy="1338773"/>
          </a:xfrm>
        </p:grpSpPr>
        <p:sp>
          <p:nvSpPr>
            <p:cNvPr id="540" name="Google Shape;540;p32"/>
            <p:cNvSpPr/>
            <p:nvPr/>
          </p:nvSpPr>
          <p:spPr>
            <a:xfrm>
              <a:off x="1115911" y="2879929"/>
              <a:ext cx="1338773" cy="1338773"/>
            </a:xfrm>
            <a:prstGeom prst="ellipse">
              <a:avLst/>
            </a:prstGeom>
            <a:solidFill>
              <a:schemeClr val="lt1"/>
            </a:solidFill>
            <a:ln cap="flat" cmpd="sng" w="76200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41" name="Google Shape;541;p32"/>
            <p:cNvSpPr/>
            <p:nvPr/>
          </p:nvSpPr>
          <p:spPr>
            <a:xfrm>
              <a:off x="1232085" y="2996103"/>
              <a:ext cx="1106424" cy="110642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sp>
        <p:nvSpPr>
          <p:cNvPr id="542" name="Google Shape;542;p32"/>
          <p:cNvSpPr txBox="1"/>
          <p:nvPr/>
        </p:nvSpPr>
        <p:spPr>
          <a:xfrm>
            <a:off x="299903" y="4241873"/>
            <a:ext cx="2099999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rPr>
              <a:t>Land Preparation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PKVY/ MGNREGS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43" name="Google Shape;543;p32"/>
          <p:cNvSpPr txBox="1"/>
          <p:nvPr/>
        </p:nvSpPr>
        <p:spPr>
          <a:xfrm>
            <a:off x="2130051" y="4244165"/>
            <a:ext cx="2099999" cy="2677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rPr>
              <a:t>Green House structures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MIDH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accen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accen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accent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44" name="Google Shape;544;p32"/>
          <p:cNvSpPr txBox="1"/>
          <p:nvPr/>
        </p:nvSpPr>
        <p:spPr>
          <a:xfrm>
            <a:off x="3948984" y="4247554"/>
            <a:ext cx="209999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rPr>
              <a:t>Net House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       MIDH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45" name="Google Shape;545;p32"/>
          <p:cNvSpPr txBox="1"/>
          <p:nvPr/>
        </p:nvSpPr>
        <p:spPr>
          <a:xfrm>
            <a:off x="6195768" y="4267200"/>
            <a:ext cx="209999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accent4"/>
                </a:solidFill>
                <a:latin typeface="Georgia"/>
                <a:ea typeface="Georgia"/>
                <a:cs typeface="Georgia"/>
                <a:sym typeface="Georgia"/>
              </a:rPr>
              <a:t>Nursery preparation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MIDH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46" name="Google Shape;546;p32"/>
          <p:cNvSpPr txBox="1"/>
          <p:nvPr/>
        </p:nvSpPr>
        <p:spPr>
          <a:xfrm>
            <a:off x="8646855" y="4199952"/>
            <a:ext cx="2353113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accent5"/>
                </a:solidFill>
                <a:latin typeface="Georgia"/>
                <a:ea typeface="Georgia"/>
                <a:cs typeface="Georgia"/>
                <a:sym typeface="Georgia"/>
              </a:rPr>
              <a:t>Irrigation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IN" sz="2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PMKSY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IN" sz="2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MIDH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accent5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. 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descr="{&quot;Key&quot;:&quot;POWER_USER_SHAPE_ICON&quot;,&quot;Value&quot;:&quot;POWER_USER_SHAPE_ICON_STYLE_1&quot;}" id="547" name="Google Shape;547;p32"/>
          <p:cNvGrpSpPr/>
          <p:nvPr/>
        </p:nvGrpSpPr>
        <p:grpSpPr>
          <a:xfrm>
            <a:off x="751802" y="2977784"/>
            <a:ext cx="1007541" cy="732759"/>
            <a:chOff x="5835651" y="5260975"/>
            <a:chExt cx="663575" cy="482601"/>
          </a:xfrm>
        </p:grpSpPr>
        <p:sp>
          <p:nvSpPr>
            <p:cNvPr id="548" name="Google Shape;548;p32"/>
            <p:cNvSpPr/>
            <p:nvPr/>
          </p:nvSpPr>
          <p:spPr>
            <a:xfrm>
              <a:off x="5835651" y="5511800"/>
              <a:ext cx="663575" cy="20638"/>
            </a:xfrm>
            <a:custGeom>
              <a:rect b="b" l="l" r="r" t="t"/>
              <a:pathLst>
                <a:path extrusionOk="0" h="283" w="9383">
                  <a:moveTo>
                    <a:pt x="9241" y="283"/>
                  </a:moveTo>
                  <a:lnTo>
                    <a:pt x="142" y="283"/>
                  </a:lnTo>
                  <a:cubicBezTo>
                    <a:pt x="63" y="283"/>
                    <a:pt x="0" y="220"/>
                    <a:pt x="0" y="141"/>
                  </a:cubicBezTo>
                  <a:cubicBezTo>
                    <a:pt x="0" y="63"/>
                    <a:pt x="63" y="0"/>
                    <a:pt x="142" y="0"/>
                  </a:cubicBezTo>
                  <a:lnTo>
                    <a:pt x="9241" y="0"/>
                  </a:lnTo>
                  <a:cubicBezTo>
                    <a:pt x="9320" y="0"/>
                    <a:pt x="9383" y="63"/>
                    <a:pt x="9383" y="141"/>
                  </a:cubicBezTo>
                  <a:cubicBezTo>
                    <a:pt x="9383" y="220"/>
                    <a:pt x="9320" y="283"/>
                    <a:pt x="9241" y="283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49" name="Google Shape;549;p32"/>
            <p:cNvSpPr/>
            <p:nvPr/>
          </p:nvSpPr>
          <p:spPr>
            <a:xfrm>
              <a:off x="5854701" y="5522913"/>
              <a:ext cx="119063" cy="215900"/>
            </a:xfrm>
            <a:custGeom>
              <a:rect b="b" l="l" r="r" t="t"/>
              <a:pathLst>
                <a:path extrusionOk="0" h="3043" w="1688">
                  <a:moveTo>
                    <a:pt x="161" y="3043"/>
                  </a:moveTo>
                  <a:cubicBezTo>
                    <a:pt x="140" y="3043"/>
                    <a:pt x="119" y="3038"/>
                    <a:pt x="99" y="3028"/>
                  </a:cubicBezTo>
                  <a:cubicBezTo>
                    <a:pt x="28" y="2993"/>
                    <a:pt x="0" y="2908"/>
                    <a:pt x="35" y="2838"/>
                  </a:cubicBezTo>
                  <a:lnTo>
                    <a:pt x="1399" y="99"/>
                  </a:lnTo>
                  <a:cubicBezTo>
                    <a:pt x="1434" y="29"/>
                    <a:pt x="1519" y="0"/>
                    <a:pt x="1589" y="35"/>
                  </a:cubicBezTo>
                  <a:cubicBezTo>
                    <a:pt x="1659" y="70"/>
                    <a:pt x="1688" y="155"/>
                    <a:pt x="1653" y="225"/>
                  </a:cubicBezTo>
                  <a:lnTo>
                    <a:pt x="288" y="2965"/>
                  </a:lnTo>
                  <a:cubicBezTo>
                    <a:pt x="264" y="3014"/>
                    <a:pt x="213" y="3043"/>
                    <a:pt x="161" y="3043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50" name="Google Shape;550;p32"/>
            <p:cNvSpPr/>
            <p:nvPr/>
          </p:nvSpPr>
          <p:spPr>
            <a:xfrm>
              <a:off x="6378576" y="5524500"/>
              <a:ext cx="119063" cy="219075"/>
            </a:xfrm>
            <a:custGeom>
              <a:rect b="b" l="l" r="r" t="t"/>
              <a:pathLst>
                <a:path extrusionOk="0" h="3085" w="1672">
                  <a:moveTo>
                    <a:pt x="1510" y="3085"/>
                  </a:moveTo>
                  <a:cubicBezTo>
                    <a:pt x="1458" y="3085"/>
                    <a:pt x="1407" y="3056"/>
                    <a:pt x="1383" y="3005"/>
                  </a:cubicBezTo>
                  <a:lnTo>
                    <a:pt x="34" y="224"/>
                  </a:lnTo>
                  <a:cubicBezTo>
                    <a:pt x="0" y="153"/>
                    <a:pt x="29" y="69"/>
                    <a:pt x="99" y="35"/>
                  </a:cubicBezTo>
                  <a:cubicBezTo>
                    <a:pt x="170" y="0"/>
                    <a:pt x="254" y="30"/>
                    <a:pt x="289" y="100"/>
                  </a:cubicBezTo>
                  <a:lnTo>
                    <a:pt x="1638" y="2882"/>
                  </a:lnTo>
                  <a:cubicBezTo>
                    <a:pt x="1672" y="2952"/>
                    <a:pt x="1643" y="3037"/>
                    <a:pt x="1572" y="3071"/>
                  </a:cubicBezTo>
                  <a:cubicBezTo>
                    <a:pt x="1552" y="3081"/>
                    <a:pt x="1531" y="3085"/>
                    <a:pt x="1510" y="308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51" name="Google Shape;551;p32"/>
            <p:cNvSpPr/>
            <p:nvPr/>
          </p:nvSpPr>
          <p:spPr>
            <a:xfrm>
              <a:off x="5975351" y="5537200"/>
              <a:ext cx="65088" cy="206375"/>
            </a:xfrm>
            <a:custGeom>
              <a:rect b="b" l="l" r="r" t="t"/>
              <a:pathLst>
                <a:path extrusionOk="0" h="2911" w="922">
                  <a:moveTo>
                    <a:pt x="720" y="478"/>
                  </a:moveTo>
                  <a:cubicBezTo>
                    <a:pt x="709" y="478"/>
                    <a:pt x="699" y="477"/>
                    <a:pt x="688" y="474"/>
                  </a:cubicBezTo>
                  <a:cubicBezTo>
                    <a:pt x="612" y="456"/>
                    <a:pt x="565" y="380"/>
                    <a:pt x="582" y="304"/>
                  </a:cubicBezTo>
                  <a:lnTo>
                    <a:pt x="628" y="109"/>
                  </a:lnTo>
                  <a:cubicBezTo>
                    <a:pt x="643" y="45"/>
                    <a:pt x="700" y="0"/>
                    <a:pt x="766" y="0"/>
                  </a:cubicBezTo>
                  <a:cubicBezTo>
                    <a:pt x="777" y="0"/>
                    <a:pt x="788" y="1"/>
                    <a:pt x="799" y="4"/>
                  </a:cubicBezTo>
                  <a:cubicBezTo>
                    <a:pt x="875" y="22"/>
                    <a:pt x="922" y="98"/>
                    <a:pt x="904" y="174"/>
                  </a:cubicBezTo>
                  <a:lnTo>
                    <a:pt x="858" y="369"/>
                  </a:lnTo>
                  <a:cubicBezTo>
                    <a:pt x="843" y="433"/>
                    <a:pt x="786" y="478"/>
                    <a:pt x="720" y="478"/>
                  </a:cubicBezTo>
                  <a:close/>
                  <a:moveTo>
                    <a:pt x="571" y="1111"/>
                  </a:moveTo>
                  <a:cubicBezTo>
                    <a:pt x="560" y="1111"/>
                    <a:pt x="549" y="1109"/>
                    <a:pt x="539" y="1107"/>
                  </a:cubicBezTo>
                  <a:cubicBezTo>
                    <a:pt x="502" y="1098"/>
                    <a:pt x="470" y="1076"/>
                    <a:pt x="451" y="1043"/>
                  </a:cubicBezTo>
                  <a:cubicBezTo>
                    <a:pt x="430" y="1011"/>
                    <a:pt x="424" y="973"/>
                    <a:pt x="433" y="936"/>
                  </a:cubicBezTo>
                  <a:lnTo>
                    <a:pt x="479" y="742"/>
                  </a:lnTo>
                  <a:cubicBezTo>
                    <a:pt x="494" y="678"/>
                    <a:pt x="551" y="633"/>
                    <a:pt x="617" y="633"/>
                  </a:cubicBezTo>
                  <a:cubicBezTo>
                    <a:pt x="628" y="633"/>
                    <a:pt x="639" y="634"/>
                    <a:pt x="649" y="636"/>
                  </a:cubicBezTo>
                  <a:cubicBezTo>
                    <a:pt x="725" y="654"/>
                    <a:pt x="773" y="731"/>
                    <a:pt x="755" y="807"/>
                  </a:cubicBezTo>
                  <a:lnTo>
                    <a:pt x="709" y="1001"/>
                  </a:lnTo>
                  <a:cubicBezTo>
                    <a:pt x="694" y="1066"/>
                    <a:pt x="637" y="1111"/>
                    <a:pt x="571" y="1111"/>
                  </a:cubicBezTo>
                  <a:close/>
                  <a:moveTo>
                    <a:pt x="422" y="1743"/>
                  </a:moveTo>
                  <a:lnTo>
                    <a:pt x="422" y="1743"/>
                  </a:lnTo>
                  <a:cubicBezTo>
                    <a:pt x="411" y="1743"/>
                    <a:pt x="400" y="1742"/>
                    <a:pt x="389" y="1740"/>
                  </a:cubicBezTo>
                  <a:cubicBezTo>
                    <a:pt x="313" y="1722"/>
                    <a:pt x="266" y="1645"/>
                    <a:pt x="284" y="1569"/>
                  </a:cubicBezTo>
                  <a:lnTo>
                    <a:pt x="330" y="1374"/>
                  </a:lnTo>
                  <a:cubicBezTo>
                    <a:pt x="345" y="1310"/>
                    <a:pt x="402" y="1265"/>
                    <a:pt x="468" y="1265"/>
                  </a:cubicBezTo>
                  <a:cubicBezTo>
                    <a:pt x="478" y="1265"/>
                    <a:pt x="489" y="1267"/>
                    <a:pt x="500" y="1269"/>
                  </a:cubicBezTo>
                  <a:cubicBezTo>
                    <a:pt x="537" y="1278"/>
                    <a:pt x="568" y="1300"/>
                    <a:pt x="588" y="1332"/>
                  </a:cubicBezTo>
                  <a:cubicBezTo>
                    <a:pt x="608" y="1365"/>
                    <a:pt x="614" y="1403"/>
                    <a:pt x="606" y="1439"/>
                  </a:cubicBezTo>
                  <a:lnTo>
                    <a:pt x="560" y="1634"/>
                  </a:lnTo>
                  <a:cubicBezTo>
                    <a:pt x="545" y="1698"/>
                    <a:pt x="488" y="1743"/>
                    <a:pt x="422" y="1743"/>
                  </a:cubicBezTo>
                  <a:close/>
                  <a:moveTo>
                    <a:pt x="273" y="2376"/>
                  </a:moveTo>
                  <a:cubicBezTo>
                    <a:pt x="262" y="2376"/>
                    <a:pt x="251" y="2375"/>
                    <a:pt x="240" y="2372"/>
                  </a:cubicBezTo>
                  <a:cubicBezTo>
                    <a:pt x="164" y="2354"/>
                    <a:pt x="117" y="2278"/>
                    <a:pt x="135" y="2202"/>
                  </a:cubicBezTo>
                  <a:lnTo>
                    <a:pt x="181" y="2007"/>
                  </a:lnTo>
                  <a:cubicBezTo>
                    <a:pt x="196" y="1943"/>
                    <a:pt x="252" y="1898"/>
                    <a:pt x="318" y="1898"/>
                  </a:cubicBezTo>
                  <a:cubicBezTo>
                    <a:pt x="329" y="1898"/>
                    <a:pt x="340" y="1899"/>
                    <a:pt x="351" y="1902"/>
                  </a:cubicBezTo>
                  <a:cubicBezTo>
                    <a:pt x="427" y="1920"/>
                    <a:pt x="474" y="1996"/>
                    <a:pt x="456" y="2072"/>
                  </a:cubicBezTo>
                  <a:lnTo>
                    <a:pt x="411" y="2267"/>
                  </a:lnTo>
                  <a:cubicBezTo>
                    <a:pt x="395" y="2331"/>
                    <a:pt x="339" y="2376"/>
                    <a:pt x="273" y="2376"/>
                  </a:cubicBezTo>
                  <a:close/>
                  <a:moveTo>
                    <a:pt x="146" y="2911"/>
                  </a:moveTo>
                  <a:cubicBezTo>
                    <a:pt x="136" y="2911"/>
                    <a:pt x="125" y="2910"/>
                    <a:pt x="114" y="2907"/>
                  </a:cubicBezTo>
                  <a:cubicBezTo>
                    <a:pt x="77" y="2899"/>
                    <a:pt x="46" y="2876"/>
                    <a:pt x="26" y="2844"/>
                  </a:cubicBezTo>
                  <a:cubicBezTo>
                    <a:pt x="6" y="2812"/>
                    <a:pt x="0" y="2774"/>
                    <a:pt x="8" y="2737"/>
                  </a:cubicBezTo>
                  <a:lnTo>
                    <a:pt x="31" y="2640"/>
                  </a:lnTo>
                  <a:cubicBezTo>
                    <a:pt x="47" y="2575"/>
                    <a:pt x="103" y="2531"/>
                    <a:pt x="169" y="2531"/>
                  </a:cubicBezTo>
                  <a:cubicBezTo>
                    <a:pt x="180" y="2531"/>
                    <a:pt x="191" y="2532"/>
                    <a:pt x="202" y="2534"/>
                  </a:cubicBezTo>
                  <a:cubicBezTo>
                    <a:pt x="278" y="2552"/>
                    <a:pt x="325" y="2629"/>
                    <a:pt x="307" y="2705"/>
                  </a:cubicBezTo>
                  <a:lnTo>
                    <a:pt x="284" y="2802"/>
                  </a:lnTo>
                  <a:cubicBezTo>
                    <a:pt x="269" y="2866"/>
                    <a:pt x="213" y="2911"/>
                    <a:pt x="146" y="2911"/>
                  </a:cubicBezTo>
                </a:path>
              </a:pathLst>
            </a:cu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52" name="Google Shape;552;p32"/>
            <p:cNvSpPr/>
            <p:nvPr/>
          </p:nvSpPr>
          <p:spPr>
            <a:xfrm>
              <a:off x="6070601" y="5526088"/>
              <a:ext cx="44450" cy="217488"/>
            </a:xfrm>
            <a:custGeom>
              <a:rect b="b" l="l" r="r" t="t"/>
              <a:pathLst>
                <a:path extrusionOk="0" h="3073" w="640">
                  <a:moveTo>
                    <a:pt x="150" y="3073"/>
                  </a:moveTo>
                  <a:cubicBezTo>
                    <a:pt x="144" y="3073"/>
                    <a:pt x="139" y="3073"/>
                    <a:pt x="133" y="3072"/>
                  </a:cubicBezTo>
                  <a:cubicBezTo>
                    <a:pt x="55" y="3063"/>
                    <a:pt x="0" y="2992"/>
                    <a:pt x="9" y="2915"/>
                  </a:cubicBezTo>
                  <a:lnTo>
                    <a:pt x="350" y="133"/>
                  </a:lnTo>
                  <a:cubicBezTo>
                    <a:pt x="359" y="55"/>
                    <a:pt x="430" y="0"/>
                    <a:pt x="507" y="10"/>
                  </a:cubicBezTo>
                  <a:cubicBezTo>
                    <a:pt x="585" y="19"/>
                    <a:pt x="640" y="90"/>
                    <a:pt x="631" y="167"/>
                  </a:cubicBezTo>
                  <a:lnTo>
                    <a:pt x="291" y="2949"/>
                  </a:lnTo>
                  <a:cubicBezTo>
                    <a:pt x="282" y="3021"/>
                    <a:pt x="221" y="3073"/>
                    <a:pt x="150" y="3073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53" name="Google Shape;553;p32"/>
            <p:cNvSpPr/>
            <p:nvPr/>
          </p:nvSpPr>
          <p:spPr>
            <a:xfrm>
              <a:off x="6165851" y="5532438"/>
              <a:ext cx="22225" cy="211138"/>
            </a:xfrm>
            <a:custGeom>
              <a:rect b="b" l="l" r="r" t="t"/>
              <a:pathLst>
                <a:path extrusionOk="0" h="2983" w="305">
                  <a:moveTo>
                    <a:pt x="144" y="483"/>
                  </a:moveTo>
                  <a:lnTo>
                    <a:pt x="144" y="483"/>
                  </a:lnTo>
                  <a:lnTo>
                    <a:pt x="143" y="483"/>
                  </a:lnTo>
                  <a:cubicBezTo>
                    <a:pt x="66" y="483"/>
                    <a:pt x="2" y="420"/>
                    <a:pt x="2" y="343"/>
                  </a:cubicBezTo>
                  <a:lnTo>
                    <a:pt x="0" y="143"/>
                  </a:lnTo>
                  <a:cubicBezTo>
                    <a:pt x="0" y="65"/>
                    <a:pt x="63" y="1"/>
                    <a:pt x="141" y="0"/>
                  </a:cubicBezTo>
                  <a:lnTo>
                    <a:pt x="142" y="0"/>
                  </a:lnTo>
                  <a:cubicBezTo>
                    <a:pt x="220" y="0"/>
                    <a:pt x="283" y="63"/>
                    <a:pt x="284" y="141"/>
                  </a:cubicBezTo>
                  <a:lnTo>
                    <a:pt x="285" y="341"/>
                  </a:lnTo>
                  <a:cubicBezTo>
                    <a:pt x="286" y="379"/>
                    <a:pt x="271" y="414"/>
                    <a:pt x="244" y="441"/>
                  </a:cubicBezTo>
                  <a:cubicBezTo>
                    <a:pt x="218" y="468"/>
                    <a:pt x="182" y="483"/>
                    <a:pt x="144" y="483"/>
                  </a:cubicBezTo>
                  <a:close/>
                  <a:moveTo>
                    <a:pt x="149" y="1133"/>
                  </a:moveTo>
                  <a:lnTo>
                    <a:pt x="149" y="1133"/>
                  </a:lnTo>
                  <a:lnTo>
                    <a:pt x="148" y="1133"/>
                  </a:lnTo>
                  <a:cubicBezTo>
                    <a:pt x="71" y="1133"/>
                    <a:pt x="7" y="1070"/>
                    <a:pt x="7" y="993"/>
                  </a:cubicBezTo>
                  <a:lnTo>
                    <a:pt x="5" y="793"/>
                  </a:lnTo>
                  <a:cubicBezTo>
                    <a:pt x="5" y="715"/>
                    <a:pt x="68" y="651"/>
                    <a:pt x="146" y="650"/>
                  </a:cubicBezTo>
                  <a:lnTo>
                    <a:pt x="147" y="650"/>
                  </a:lnTo>
                  <a:cubicBezTo>
                    <a:pt x="224" y="650"/>
                    <a:pt x="288" y="713"/>
                    <a:pt x="288" y="791"/>
                  </a:cubicBezTo>
                  <a:lnTo>
                    <a:pt x="290" y="991"/>
                  </a:lnTo>
                  <a:cubicBezTo>
                    <a:pt x="291" y="1069"/>
                    <a:pt x="227" y="1133"/>
                    <a:pt x="149" y="1133"/>
                  </a:cubicBezTo>
                  <a:close/>
                  <a:moveTo>
                    <a:pt x="153" y="1783"/>
                  </a:moveTo>
                  <a:cubicBezTo>
                    <a:pt x="76" y="1783"/>
                    <a:pt x="12" y="1720"/>
                    <a:pt x="12" y="1643"/>
                  </a:cubicBezTo>
                  <a:lnTo>
                    <a:pt x="10" y="1443"/>
                  </a:lnTo>
                  <a:cubicBezTo>
                    <a:pt x="10" y="1405"/>
                    <a:pt x="24" y="1369"/>
                    <a:pt x="51" y="1342"/>
                  </a:cubicBezTo>
                  <a:cubicBezTo>
                    <a:pt x="77" y="1315"/>
                    <a:pt x="113" y="1300"/>
                    <a:pt x="151" y="1300"/>
                  </a:cubicBezTo>
                  <a:lnTo>
                    <a:pt x="152" y="1300"/>
                  </a:lnTo>
                  <a:cubicBezTo>
                    <a:pt x="229" y="1300"/>
                    <a:pt x="293" y="1363"/>
                    <a:pt x="293" y="1441"/>
                  </a:cubicBezTo>
                  <a:lnTo>
                    <a:pt x="295" y="1641"/>
                  </a:lnTo>
                  <a:cubicBezTo>
                    <a:pt x="295" y="1678"/>
                    <a:pt x="281" y="1714"/>
                    <a:pt x="254" y="1741"/>
                  </a:cubicBezTo>
                  <a:cubicBezTo>
                    <a:pt x="228" y="1768"/>
                    <a:pt x="192" y="1783"/>
                    <a:pt x="154" y="1783"/>
                  </a:cubicBezTo>
                  <a:lnTo>
                    <a:pt x="153" y="1783"/>
                  </a:lnTo>
                  <a:close/>
                  <a:moveTo>
                    <a:pt x="159" y="2433"/>
                  </a:moveTo>
                  <a:lnTo>
                    <a:pt x="159" y="2433"/>
                  </a:lnTo>
                  <a:lnTo>
                    <a:pt x="158" y="2433"/>
                  </a:lnTo>
                  <a:cubicBezTo>
                    <a:pt x="80" y="2433"/>
                    <a:pt x="17" y="2370"/>
                    <a:pt x="16" y="2293"/>
                  </a:cubicBezTo>
                  <a:lnTo>
                    <a:pt x="15" y="2093"/>
                  </a:lnTo>
                  <a:cubicBezTo>
                    <a:pt x="15" y="2055"/>
                    <a:pt x="29" y="2019"/>
                    <a:pt x="56" y="1992"/>
                  </a:cubicBezTo>
                  <a:cubicBezTo>
                    <a:pt x="82" y="1965"/>
                    <a:pt x="118" y="1950"/>
                    <a:pt x="155" y="1950"/>
                  </a:cubicBezTo>
                  <a:lnTo>
                    <a:pt x="157" y="1950"/>
                  </a:lnTo>
                  <a:cubicBezTo>
                    <a:pt x="234" y="1950"/>
                    <a:pt x="298" y="2013"/>
                    <a:pt x="298" y="2091"/>
                  </a:cubicBezTo>
                  <a:lnTo>
                    <a:pt x="300" y="2291"/>
                  </a:lnTo>
                  <a:cubicBezTo>
                    <a:pt x="300" y="2328"/>
                    <a:pt x="286" y="2364"/>
                    <a:pt x="259" y="2391"/>
                  </a:cubicBezTo>
                  <a:cubicBezTo>
                    <a:pt x="232" y="2418"/>
                    <a:pt x="197" y="2433"/>
                    <a:pt x="159" y="2433"/>
                  </a:cubicBezTo>
                  <a:close/>
                  <a:moveTo>
                    <a:pt x="163" y="2983"/>
                  </a:moveTo>
                  <a:lnTo>
                    <a:pt x="163" y="2983"/>
                  </a:lnTo>
                  <a:lnTo>
                    <a:pt x="162" y="2983"/>
                  </a:lnTo>
                  <a:cubicBezTo>
                    <a:pt x="85" y="2983"/>
                    <a:pt x="21" y="2920"/>
                    <a:pt x="20" y="2843"/>
                  </a:cubicBezTo>
                  <a:lnTo>
                    <a:pt x="20" y="2743"/>
                  </a:lnTo>
                  <a:cubicBezTo>
                    <a:pt x="19" y="2705"/>
                    <a:pt x="34" y="2669"/>
                    <a:pt x="61" y="2642"/>
                  </a:cubicBezTo>
                  <a:cubicBezTo>
                    <a:pt x="87" y="2615"/>
                    <a:pt x="123" y="2600"/>
                    <a:pt x="160" y="2600"/>
                  </a:cubicBezTo>
                  <a:lnTo>
                    <a:pt x="162" y="2600"/>
                  </a:lnTo>
                  <a:cubicBezTo>
                    <a:pt x="239" y="2600"/>
                    <a:pt x="303" y="2663"/>
                    <a:pt x="303" y="2741"/>
                  </a:cubicBezTo>
                  <a:lnTo>
                    <a:pt x="304" y="2841"/>
                  </a:lnTo>
                  <a:cubicBezTo>
                    <a:pt x="305" y="2919"/>
                    <a:pt x="241" y="2983"/>
                    <a:pt x="163" y="2983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54" name="Google Shape;554;p32"/>
            <p:cNvSpPr/>
            <p:nvPr/>
          </p:nvSpPr>
          <p:spPr>
            <a:xfrm>
              <a:off x="6235701" y="5526088"/>
              <a:ext cx="50800" cy="217488"/>
            </a:xfrm>
            <a:custGeom>
              <a:rect b="b" l="l" r="r" t="t"/>
              <a:pathLst>
                <a:path extrusionOk="0" h="3074" w="718">
                  <a:moveTo>
                    <a:pt x="566" y="3074"/>
                  </a:moveTo>
                  <a:cubicBezTo>
                    <a:pt x="497" y="3074"/>
                    <a:pt x="437" y="3024"/>
                    <a:pt x="426" y="2953"/>
                  </a:cubicBezTo>
                  <a:lnTo>
                    <a:pt x="11" y="172"/>
                  </a:lnTo>
                  <a:cubicBezTo>
                    <a:pt x="0" y="95"/>
                    <a:pt x="53" y="23"/>
                    <a:pt x="130" y="11"/>
                  </a:cubicBezTo>
                  <a:cubicBezTo>
                    <a:pt x="208" y="0"/>
                    <a:pt x="280" y="53"/>
                    <a:pt x="291" y="130"/>
                  </a:cubicBezTo>
                  <a:lnTo>
                    <a:pt x="706" y="2912"/>
                  </a:lnTo>
                  <a:cubicBezTo>
                    <a:pt x="718" y="2989"/>
                    <a:pt x="665" y="3061"/>
                    <a:pt x="587" y="3073"/>
                  </a:cubicBezTo>
                  <a:cubicBezTo>
                    <a:pt x="580" y="3074"/>
                    <a:pt x="573" y="3074"/>
                    <a:pt x="566" y="3074"/>
                  </a:cubicBezTo>
                </a:path>
              </a:pathLst>
            </a:cu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55" name="Google Shape;555;p32"/>
            <p:cNvSpPr/>
            <p:nvPr/>
          </p:nvSpPr>
          <p:spPr>
            <a:xfrm>
              <a:off x="6311901" y="5540375"/>
              <a:ext cx="79375" cy="203200"/>
            </a:xfrm>
            <a:custGeom>
              <a:rect b="b" l="l" r="r" t="t"/>
              <a:pathLst>
                <a:path extrusionOk="0" h="2857" w="1108">
                  <a:moveTo>
                    <a:pt x="207" y="474"/>
                  </a:moveTo>
                  <a:cubicBezTo>
                    <a:pt x="145" y="474"/>
                    <a:pt x="91" y="434"/>
                    <a:pt x="72" y="375"/>
                  </a:cubicBezTo>
                  <a:lnTo>
                    <a:pt x="12" y="185"/>
                  </a:lnTo>
                  <a:cubicBezTo>
                    <a:pt x="0" y="148"/>
                    <a:pt x="4" y="110"/>
                    <a:pt x="21" y="77"/>
                  </a:cubicBezTo>
                  <a:cubicBezTo>
                    <a:pt x="39" y="43"/>
                    <a:pt x="68" y="18"/>
                    <a:pt x="104" y="7"/>
                  </a:cubicBezTo>
                  <a:cubicBezTo>
                    <a:pt x="118" y="2"/>
                    <a:pt x="132" y="0"/>
                    <a:pt x="147" y="0"/>
                  </a:cubicBezTo>
                  <a:cubicBezTo>
                    <a:pt x="209" y="0"/>
                    <a:pt x="263" y="40"/>
                    <a:pt x="282" y="99"/>
                  </a:cubicBezTo>
                  <a:lnTo>
                    <a:pt x="342" y="290"/>
                  </a:lnTo>
                  <a:cubicBezTo>
                    <a:pt x="366" y="364"/>
                    <a:pt x="324" y="444"/>
                    <a:pt x="250" y="467"/>
                  </a:cubicBezTo>
                  <a:cubicBezTo>
                    <a:pt x="236" y="472"/>
                    <a:pt x="222" y="474"/>
                    <a:pt x="207" y="474"/>
                  </a:cubicBezTo>
                  <a:close/>
                  <a:moveTo>
                    <a:pt x="403" y="1094"/>
                  </a:moveTo>
                  <a:cubicBezTo>
                    <a:pt x="341" y="1094"/>
                    <a:pt x="287" y="1054"/>
                    <a:pt x="268" y="995"/>
                  </a:cubicBezTo>
                  <a:lnTo>
                    <a:pt x="208" y="804"/>
                  </a:lnTo>
                  <a:cubicBezTo>
                    <a:pt x="184" y="730"/>
                    <a:pt x="226" y="650"/>
                    <a:pt x="300" y="626"/>
                  </a:cubicBezTo>
                  <a:cubicBezTo>
                    <a:pt x="314" y="622"/>
                    <a:pt x="329" y="620"/>
                    <a:pt x="343" y="620"/>
                  </a:cubicBezTo>
                  <a:cubicBezTo>
                    <a:pt x="405" y="620"/>
                    <a:pt x="459" y="659"/>
                    <a:pt x="478" y="718"/>
                  </a:cubicBezTo>
                  <a:lnTo>
                    <a:pt x="538" y="909"/>
                  </a:lnTo>
                  <a:cubicBezTo>
                    <a:pt x="550" y="945"/>
                    <a:pt x="546" y="984"/>
                    <a:pt x="529" y="1017"/>
                  </a:cubicBezTo>
                  <a:cubicBezTo>
                    <a:pt x="512" y="1051"/>
                    <a:pt x="482" y="1076"/>
                    <a:pt x="446" y="1087"/>
                  </a:cubicBezTo>
                  <a:cubicBezTo>
                    <a:pt x="432" y="1092"/>
                    <a:pt x="418" y="1094"/>
                    <a:pt x="403" y="1094"/>
                  </a:cubicBezTo>
                  <a:close/>
                  <a:moveTo>
                    <a:pt x="599" y="1713"/>
                  </a:moveTo>
                  <a:cubicBezTo>
                    <a:pt x="538" y="1713"/>
                    <a:pt x="483" y="1674"/>
                    <a:pt x="464" y="1615"/>
                  </a:cubicBezTo>
                  <a:lnTo>
                    <a:pt x="404" y="1424"/>
                  </a:lnTo>
                  <a:cubicBezTo>
                    <a:pt x="381" y="1349"/>
                    <a:pt x="422" y="1270"/>
                    <a:pt x="496" y="1246"/>
                  </a:cubicBezTo>
                  <a:cubicBezTo>
                    <a:pt x="510" y="1242"/>
                    <a:pt x="525" y="1239"/>
                    <a:pt x="539" y="1239"/>
                  </a:cubicBezTo>
                  <a:cubicBezTo>
                    <a:pt x="601" y="1239"/>
                    <a:pt x="655" y="1279"/>
                    <a:pt x="674" y="1338"/>
                  </a:cubicBezTo>
                  <a:lnTo>
                    <a:pt x="735" y="1529"/>
                  </a:lnTo>
                  <a:cubicBezTo>
                    <a:pt x="746" y="1565"/>
                    <a:pt x="743" y="1603"/>
                    <a:pt x="725" y="1637"/>
                  </a:cubicBezTo>
                  <a:cubicBezTo>
                    <a:pt x="708" y="1671"/>
                    <a:pt x="678" y="1695"/>
                    <a:pt x="642" y="1707"/>
                  </a:cubicBezTo>
                  <a:cubicBezTo>
                    <a:pt x="629" y="1711"/>
                    <a:pt x="614" y="1713"/>
                    <a:pt x="599" y="1713"/>
                  </a:cubicBezTo>
                  <a:close/>
                  <a:moveTo>
                    <a:pt x="796" y="2333"/>
                  </a:moveTo>
                  <a:cubicBezTo>
                    <a:pt x="734" y="2333"/>
                    <a:pt x="679" y="2293"/>
                    <a:pt x="661" y="2234"/>
                  </a:cubicBezTo>
                  <a:lnTo>
                    <a:pt x="600" y="2043"/>
                  </a:lnTo>
                  <a:cubicBezTo>
                    <a:pt x="589" y="2007"/>
                    <a:pt x="592" y="1969"/>
                    <a:pt x="610" y="1935"/>
                  </a:cubicBezTo>
                  <a:cubicBezTo>
                    <a:pt x="627" y="1902"/>
                    <a:pt x="657" y="1877"/>
                    <a:pt x="693" y="1866"/>
                  </a:cubicBezTo>
                  <a:cubicBezTo>
                    <a:pt x="707" y="1861"/>
                    <a:pt x="721" y="1859"/>
                    <a:pt x="736" y="1859"/>
                  </a:cubicBezTo>
                  <a:cubicBezTo>
                    <a:pt x="797" y="1859"/>
                    <a:pt x="852" y="1899"/>
                    <a:pt x="870" y="1958"/>
                  </a:cubicBezTo>
                  <a:lnTo>
                    <a:pt x="931" y="2148"/>
                  </a:lnTo>
                  <a:cubicBezTo>
                    <a:pt x="942" y="2185"/>
                    <a:pt x="939" y="2223"/>
                    <a:pt x="922" y="2257"/>
                  </a:cubicBezTo>
                  <a:cubicBezTo>
                    <a:pt x="904" y="2290"/>
                    <a:pt x="875" y="2315"/>
                    <a:pt x="839" y="2326"/>
                  </a:cubicBezTo>
                  <a:cubicBezTo>
                    <a:pt x="825" y="2331"/>
                    <a:pt x="810" y="2333"/>
                    <a:pt x="796" y="2333"/>
                  </a:cubicBezTo>
                  <a:close/>
                  <a:moveTo>
                    <a:pt x="962" y="2857"/>
                  </a:moveTo>
                  <a:cubicBezTo>
                    <a:pt x="900" y="2857"/>
                    <a:pt x="846" y="2818"/>
                    <a:pt x="827" y="2759"/>
                  </a:cubicBezTo>
                  <a:lnTo>
                    <a:pt x="797" y="2663"/>
                  </a:lnTo>
                  <a:cubicBezTo>
                    <a:pt x="785" y="2627"/>
                    <a:pt x="788" y="2589"/>
                    <a:pt x="806" y="2555"/>
                  </a:cubicBezTo>
                  <a:cubicBezTo>
                    <a:pt x="824" y="2521"/>
                    <a:pt x="853" y="2497"/>
                    <a:pt x="889" y="2485"/>
                  </a:cubicBezTo>
                  <a:cubicBezTo>
                    <a:pt x="903" y="2481"/>
                    <a:pt x="917" y="2479"/>
                    <a:pt x="932" y="2479"/>
                  </a:cubicBezTo>
                  <a:cubicBezTo>
                    <a:pt x="994" y="2479"/>
                    <a:pt x="1048" y="2518"/>
                    <a:pt x="1067" y="2578"/>
                  </a:cubicBezTo>
                  <a:lnTo>
                    <a:pt x="1097" y="2673"/>
                  </a:lnTo>
                  <a:cubicBezTo>
                    <a:pt x="1108" y="2709"/>
                    <a:pt x="1105" y="2747"/>
                    <a:pt x="1088" y="2781"/>
                  </a:cubicBezTo>
                  <a:cubicBezTo>
                    <a:pt x="1070" y="2815"/>
                    <a:pt x="1041" y="2839"/>
                    <a:pt x="1005" y="2851"/>
                  </a:cubicBezTo>
                  <a:cubicBezTo>
                    <a:pt x="991" y="2855"/>
                    <a:pt x="976" y="2857"/>
                    <a:pt x="962" y="285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56" name="Google Shape;556;p32"/>
            <p:cNvSpPr/>
            <p:nvPr/>
          </p:nvSpPr>
          <p:spPr>
            <a:xfrm>
              <a:off x="5867401" y="5260975"/>
              <a:ext cx="163513" cy="198438"/>
            </a:xfrm>
            <a:custGeom>
              <a:rect b="b" l="l" r="r" t="t"/>
              <a:pathLst>
                <a:path extrusionOk="0" h="2791" w="2315">
                  <a:moveTo>
                    <a:pt x="1202" y="2791"/>
                  </a:moveTo>
                  <a:cubicBezTo>
                    <a:pt x="1195" y="2791"/>
                    <a:pt x="1187" y="2790"/>
                    <a:pt x="1179" y="2789"/>
                  </a:cubicBezTo>
                  <a:cubicBezTo>
                    <a:pt x="854" y="2737"/>
                    <a:pt x="555" y="2569"/>
                    <a:pt x="339" y="2318"/>
                  </a:cubicBezTo>
                  <a:cubicBezTo>
                    <a:pt x="121" y="2064"/>
                    <a:pt x="0" y="1739"/>
                    <a:pt x="0" y="1403"/>
                  </a:cubicBezTo>
                  <a:cubicBezTo>
                    <a:pt x="0" y="630"/>
                    <a:pt x="630" y="0"/>
                    <a:pt x="1404" y="0"/>
                  </a:cubicBezTo>
                  <a:cubicBezTo>
                    <a:pt x="1707" y="0"/>
                    <a:pt x="1996" y="95"/>
                    <a:pt x="2239" y="275"/>
                  </a:cubicBezTo>
                  <a:cubicBezTo>
                    <a:pt x="2302" y="322"/>
                    <a:pt x="2315" y="411"/>
                    <a:pt x="2268" y="474"/>
                  </a:cubicBezTo>
                  <a:cubicBezTo>
                    <a:pt x="2222" y="536"/>
                    <a:pt x="2133" y="550"/>
                    <a:pt x="2070" y="503"/>
                  </a:cubicBezTo>
                  <a:cubicBezTo>
                    <a:pt x="1876" y="359"/>
                    <a:pt x="1646" y="283"/>
                    <a:pt x="1404" y="283"/>
                  </a:cubicBezTo>
                  <a:cubicBezTo>
                    <a:pt x="786" y="283"/>
                    <a:pt x="284" y="786"/>
                    <a:pt x="284" y="1403"/>
                  </a:cubicBezTo>
                  <a:cubicBezTo>
                    <a:pt x="284" y="1957"/>
                    <a:pt x="679" y="2422"/>
                    <a:pt x="1224" y="2509"/>
                  </a:cubicBezTo>
                  <a:cubicBezTo>
                    <a:pt x="1302" y="2522"/>
                    <a:pt x="1354" y="2594"/>
                    <a:pt x="1342" y="2672"/>
                  </a:cubicBezTo>
                  <a:cubicBezTo>
                    <a:pt x="1331" y="2741"/>
                    <a:pt x="1271" y="2791"/>
                    <a:pt x="1202" y="279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57" name="Google Shape;557;p32"/>
            <p:cNvSpPr/>
            <p:nvPr/>
          </p:nvSpPr>
          <p:spPr>
            <a:xfrm>
              <a:off x="5969001" y="5316538"/>
              <a:ext cx="96838" cy="142875"/>
            </a:xfrm>
            <a:custGeom>
              <a:rect b="b" l="l" r="r" t="t"/>
              <a:pathLst>
                <a:path extrusionOk="0" h="2026" w="1389">
                  <a:moveTo>
                    <a:pt x="151" y="2026"/>
                  </a:moveTo>
                  <a:cubicBezTo>
                    <a:pt x="81" y="2026"/>
                    <a:pt x="20" y="1974"/>
                    <a:pt x="10" y="1903"/>
                  </a:cubicBezTo>
                  <a:cubicBezTo>
                    <a:pt x="0" y="1825"/>
                    <a:pt x="55" y="1754"/>
                    <a:pt x="132" y="1744"/>
                  </a:cubicBezTo>
                  <a:cubicBezTo>
                    <a:pt x="687" y="1671"/>
                    <a:pt x="1106" y="1194"/>
                    <a:pt x="1106" y="633"/>
                  </a:cubicBezTo>
                  <a:cubicBezTo>
                    <a:pt x="1106" y="488"/>
                    <a:pt x="1078" y="347"/>
                    <a:pt x="1025" y="214"/>
                  </a:cubicBezTo>
                  <a:cubicBezTo>
                    <a:pt x="995" y="141"/>
                    <a:pt x="1030" y="59"/>
                    <a:pt x="1103" y="29"/>
                  </a:cubicBezTo>
                  <a:cubicBezTo>
                    <a:pt x="1175" y="0"/>
                    <a:pt x="1258" y="35"/>
                    <a:pt x="1287" y="108"/>
                  </a:cubicBezTo>
                  <a:cubicBezTo>
                    <a:pt x="1355" y="275"/>
                    <a:pt x="1389" y="452"/>
                    <a:pt x="1389" y="633"/>
                  </a:cubicBezTo>
                  <a:cubicBezTo>
                    <a:pt x="1389" y="1336"/>
                    <a:pt x="865" y="1934"/>
                    <a:pt x="169" y="2025"/>
                  </a:cubicBezTo>
                  <a:cubicBezTo>
                    <a:pt x="163" y="2026"/>
                    <a:pt x="157" y="2026"/>
                    <a:pt x="151" y="2026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58" name="Google Shape;558;p32"/>
            <p:cNvSpPr/>
            <p:nvPr/>
          </p:nvSpPr>
          <p:spPr>
            <a:xfrm>
              <a:off x="6026151" y="5294313"/>
              <a:ext cx="22225" cy="22225"/>
            </a:xfrm>
            <a:custGeom>
              <a:rect b="b" l="l" r="r" t="t"/>
              <a:pathLst>
                <a:path extrusionOk="0" h="305" w="303">
                  <a:moveTo>
                    <a:pt x="152" y="305"/>
                  </a:moveTo>
                  <a:cubicBezTo>
                    <a:pt x="112" y="305"/>
                    <a:pt x="71" y="288"/>
                    <a:pt x="39" y="247"/>
                  </a:cubicBezTo>
                  <a:cubicBezTo>
                    <a:pt x="23" y="226"/>
                    <a:pt x="13" y="202"/>
                    <a:pt x="10" y="178"/>
                  </a:cubicBezTo>
                  <a:cubicBezTo>
                    <a:pt x="0" y="116"/>
                    <a:pt x="31" y="62"/>
                    <a:pt x="75" y="35"/>
                  </a:cubicBezTo>
                  <a:cubicBezTo>
                    <a:pt x="130" y="0"/>
                    <a:pt x="213" y="3"/>
                    <a:pt x="266" y="73"/>
                  </a:cubicBezTo>
                  <a:cubicBezTo>
                    <a:pt x="281" y="93"/>
                    <a:pt x="290" y="116"/>
                    <a:pt x="293" y="140"/>
                  </a:cubicBezTo>
                  <a:cubicBezTo>
                    <a:pt x="303" y="201"/>
                    <a:pt x="272" y="255"/>
                    <a:pt x="229" y="282"/>
                  </a:cubicBezTo>
                  <a:cubicBezTo>
                    <a:pt x="207" y="296"/>
                    <a:pt x="180" y="305"/>
                    <a:pt x="152" y="30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59" name="Google Shape;559;p32"/>
            <p:cNvSpPr/>
            <p:nvPr/>
          </p:nvSpPr>
          <p:spPr>
            <a:xfrm>
              <a:off x="5957888" y="5314950"/>
              <a:ext cx="19050" cy="203200"/>
            </a:xfrm>
            <a:custGeom>
              <a:rect b="b" l="l" r="r" t="t"/>
              <a:pathLst>
                <a:path extrusionOk="0" h="2888" w="283">
                  <a:moveTo>
                    <a:pt x="142" y="2888"/>
                  </a:moveTo>
                  <a:cubicBezTo>
                    <a:pt x="63" y="2888"/>
                    <a:pt x="0" y="2824"/>
                    <a:pt x="0" y="2746"/>
                  </a:cubicBezTo>
                  <a:lnTo>
                    <a:pt x="0" y="142"/>
                  </a:lnTo>
                  <a:cubicBezTo>
                    <a:pt x="0" y="63"/>
                    <a:pt x="63" y="0"/>
                    <a:pt x="142" y="0"/>
                  </a:cubicBezTo>
                  <a:cubicBezTo>
                    <a:pt x="220" y="0"/>
                    <a:pt x="283" y="63"/>
                    <a:pt x="283" y="142"/>
                  </a:cubicBezTo>
                  <a:lnTo>
                    <a:pt x="283" y="2746"/>
                  </a:lnTo>
                  <a:cubicBezTo>
                    <a:pt x="283" y="2824"/>
                    <a:pt x="220" y="2888"/>
                    <a:pt x="142" y="2888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60" name="Google Shape;560;p32"/>
            <p:cNvSpPr/>
            <p:nvPr/>
          </p:nvSpPr>
          <p:spPr>
            <a:xfrm>
              <a:off x="5907088" y="5359400"/>
              <a:ext cx="68263" cy="60325"/>
            </a:xfrm>
            <a:custGeom>
              <a:rect b="b" l="l" r="r" t="t"/>
              <a:pathLst>
                <a:path extrusionOk="0" h="859" w="957">
                  <a:moveTo>
                    <a:pt x="799" y="859"/>
                  </a:moveTo>
                  <a:cubicBezTo>
                    <a:pt x="766" y="859"/>
                    <a:pt x="733" y="847"/>
                    <a:pt x="706" y="824"/>
                  </a:cubicBezTo>
                  <a:lnTo>
                    <a:pt x="65" y="265"/>
                  </a:lnTo>
                  <a:cubicBezTo>
                    <a:pt x="6" y="213"/>
                    <a:pt x="0" y="124"/>
                    <a:pt x="52" y="65"/>
                  </a:cubicBezTo>
                  <a:cubicBezTo>
                    <a:pt x="103" y="6"/>
                    <a:pt x="193" y="0"/>
                    <a:pt x="251" y="51"/>
                  </a:cubicBezTo>
                  <a:lnTo>
                    <a:pt x="892" y="610"/>
                  </a:lnTo>
                  <a:cubicBezTo>
                    <a:pt x="951" y="662"/>
                    <a:pt x="957" y="751"/>
                    <a:pt x="906" y="810"/>
                  </a:cubicBezTo>
                  <a:cubicBezTo>
                    <a:pt x="878" y="842"/>
                    <a:pt x="838" y="859"/>
                    <a:pt x="799" y="859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61" name="Google Shape;561;p32"/>
            <p:cNvSpPr/>
            <p:nvPr/>
          </p:nvSpPr>
          <p:spPr>
            <a:xfrm>
              <a:off x="5956301" y="5354638"/>
              <a:ext cx="73025" cy="66675"/>
            </a:xfrm>
            <a:custGeom>
              <a:rect b="b" l="l" r="r" t="t"/>
              <a:pathLst>
                <a:path extrusionOk="0" h="942" w="1021">
                  <a:moveTo>
                    <a:pt x="158" y="942"/>
                  </a:moveTo>
                  <a:cubicBezTo>
                    <a:pt x="119" y="942"/>
                    <a:pt x="81" y="927"/>
                    <a:pt x="53" y="896"/>
                  </a:cubicBezTo>
                  <a:cubicBezTo>
                    <a:pt x="0" y="838"/>
                    <a:pt x="4" y="749"/>
                    <a:pt x="62" y="696"/>
                  </a:cubicBezTo>
                  <a:lnTo>
                    <a:pt x="769" y="53"/>
                  </a:lnTo>
                  <a:cubicBezTo>
                    <a:pt x="826" y="0"/>
                    <a:pt x="916" y="4"/>
                    <a:pt x="969" y="62"/>
                  </a:cubicBezTo>
                  <a:cubicBezTo>
                    <a:pt x="1021" y="120"/>
                    <a:pt x="1017" y="209"/>
                    <a:pt x="959" y="262"/>
                  </a:cubicBezTo>
                  <a:lnTo>
                    <a:pt x="253" y="905"/>
                  </a:lnTo>
                  <a:cubicBezTo>
                    <a:pt x="226" y="930"/>
                    <a:pt x="192" y="942"/>
                    <a:pt x="158" y="942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62" name="Google Shape;562;p32"/>
            <p:cNvSpPr/>
            <p:nvPr/>
          </p:nvSpPr>
          <p:spPr>
            <a:xfrm>
              <a:off x="6076951" y="5262563"/>
              <a:ext cx="158750" cy="198438"/>
            </a:xfrm>
            <a:custGeom>
              <a:rect b="b" l="l" r="r" t="t"/>
              <a:pathLst>
                <a:path extrusionOk="0" h="2791" w="2247">
                  <a:moveTo>
                    <a:pt x="1201" y="2791"/>
                  </a:moveTo>
                  <a:cubicBezTo>
                    <a:pt x="1194" y="2791"/>
                    <a:pt x="1186" y="2791"/>
                    <a:pt x="1179" y="2790"/>
                  </a:cubicBezTo>
                  <a:cubicBezTo>
                    <a:pt x="853" y="2737"/>
                    <a:pt x="554" y="2570"/>
                    <a:pt x="338" y="2319"/>
                  </a:cubicBezTo>
                  <a:cubicBezTo>
                    <a:pt x="120" y="2064"/>
                    <a:pt x="0" y="1740"/>
                    <a:pt x="0" y="1404"/>
                  </a:cubicBezTo>
                  <a:cubicBezTo>
                    <a:pt x="0" y="630"/>
                    <a:pt x="629" y="0"/>
                    <a:pt x="1403" y="0"/>
                  </a:cubicBezTo>
                  <a:cubicBezTo>
                    <a:pt x="1673" y="0"/>
                    <a:pt x="1935" y="77"/>
                    <a:pt x="2162" y="223"/>
                  </a:cubicBezTo>
                  <a:cubicBezTo>
                    <a:pt x="2227" y="265"/>
                    <a:pt x="2247" y="353"/>
                    <a:pt x="2204" y="419"/>
                  </a:cubicBezTo>
                  <a:cubicBezTo>
                    <a:pt x="2162" y="485"/>
                    <a:pt x="2074" y="504"/>
                    <a:pt x="2008" y="461"/>
                  </a:cubicBezTo>
                  <a:cubicBezTo>
                    <a:pt x="1828" y="345"/>
                    <a:pt x="1619" y="284"/>
                    <a:pt x="1403" y="284"/>
                  </a:cubicBezTo>
                  <a:cubicBezTo>
                    <a:pt x="785" y="284"/>
                    <a:pt x="283" y="786"/>
                    <a:pt x="283" y="1404"/>
                  </a:cubicBezTo>
                  <a:cubicBezTo>
                    <a:pt x="283" y="1957"/>
                    <a:pt x="678" y="2422"/>
                    <a:pt x="1224" y="2510"/>
                  </a:cubicBezTo>
                  <a:cubicBezTo>
                    <a:pt x="1301" y="2522"/>
                    <a:pt x="1354" y="2595"/>
                    <a:pt x="1341" y="2672"/>
                  </a:cubicBezTo>
                  <a:cubicBezTo>
                    <a:pt x="1330" y="2742"/>
                    <a:pt x="1270" y="2791"/>
                    <a:pt x="1201" y="2791"/>
                  </a:cubicBezTo>
                </a:path>
              </a:pathLst>
            </a:cu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63" name="Google Shape;563;p32"/>
            <p:cNvSpPr/>
            <p:nvPr/>
          </p:nvSpPr>
          <p:spPr>
            <a:xfrm>
              <a:off x="6176963" y="5318125"/>
              <a:ext cx="96838" cy="142875"/>
            </a:xfrm>
            <a:custGeom>
              <a:rect b="b" l="l" r="r" t="t"/>
              <a:pathLst>
                <a:path extrusionOk="0" h="2026" w="1388">
                  <a:moveTo>
                    <a:pt x="150" y="2026"/>
                  </a:moveTo>
                  <a:cubicBezTo>
                    <a:pt x="80" y="2026"/>
                    <a:pt x="19" y="1974"/>
                    <a:pt x="10" y="1902"/>
                  </a:cubicBezTo>
                  <a:cubicBezTo>
                    <a:pt x="0" y="1825"/>
                    <a:pt x="54" y="1754"/>
                    <a:pt x="132" y="1744"/>
                  </a:cubicBezTo>
                  <a:cubicBezTo>
                    <a:pt x="687" y="1671"/>
                    <a:pt x="1105" y="1194"/>
                    <a:pt x="1105" y="633"/>
                  </a:cubicBezTo>
                  <a:cubicBezTo>
                    <a:pt x="1105" y="488"/>
                    <a:pt x="1078" y="347"/>
                    <a:pt x="1024" y="213"/>
                  </a:cubicBezTo>
                  <a:cubicBezTo>
                    <a:pt x="994" y="141"/>
                    <a:pt x="1030" y="58"/>
                    <a:pt x="1102" y="29"/>
                  </a:cubicBezTo>
                  <a:cubicBezTo>
                    <a:pt x="1175" y="0"/>
                    <a:pt x="1257" y="35"/>
                    <a:pt x="1287" y="107"/>
                  </a:cubicBezTo>
                  <a:cubicBezTo>
                    <a:pt x="1354" y="274"/>
                    <a:pt x="1388" y="451"/>
                    <a:pt x="1388" y="633"/>
                  </a:cubicBezTo>
                  <a:cubicBezTo>
                    <a:pt x="1388" y="1335"/>
                    <a:pt x="864" y="1934"/>
                    <a:pt x="168" y="2025"/>
                  </a:cubicBezTo>
                  <a:cubicBezTo>
                    <a:pt x="162" y="2025"/>
                    <a:pt x="156" y="2026"/>
                    <a:pt x="150" y="2026"/>
                  </a:cubicBezTo>
                </a:path>
              </a:pathLst>
            </a:cu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64" name="Google Shape;564;p32"/>
            <p:cNvSpPr/>
            <p:nvPr/>
          </p:nvSpPr>
          <p:spPr>
            <a:xfrm>
              <a:off x="6234113" y="5295900"/>
              <a:ext cx="22225" cy="22225"/>
            </a:xfrm>
            <a:custGeom>
              <a:rect b="b" l="l" r="r" t="t"/>
              <a:pathLst>
                <a:path extrusionOk="0" h="304" w="303">
                  <a:moveTo>
                    <a:pt x="153" y="304"/>
                  </a:moveTo>
                  <a:cubicBezTo>
                    <a:pt x="113" y="304"/>
                    <a:pt x="71" y="287"/>
                    <a:pt x="39" y="247"/>
                  </a:cubicBezTo>
                  <a:cubicBezTo>
                    <a:pt x="23" y="226"/>
                    <a:pt x="13" y="202"/>
                    <a:pt x="10" y="177"/>
                  </a:cubicBezTo>
                  <a:cubicBezTo>
                    <a:pt x="0" y="116"/>
                    <a:pt x="31" y="61"/>
                    <a:pt x="76" y="34"/>
                  </a:cubicBezTo>
                  <a:cubicBezTo>
                    <a:pt x="131" y="0"/>
                    <a:pt x="214" y="2"/>
                    <a:pt x="266" y="73"/>
                  </a:cubicBezTo>
                  <a:cubicBezTo>
                    <a:pt x="281" y="93"/>
                    <a:pt x="290" y="116"/>
                    <a:pt x="293" y="139"/>
                  </a:cubicBezTo>
                  <a:cubicBezTo>
                    <a:pt x="303" y="200"/>
                    <a:pt x="273" y="254"/>
                    <a:pt x="230" y="282"/>
                  </a:cubicBezTo>
                  <a:cubicBezTo>
                    <a:pt x="208" y="296"/>
                    <a:pt x="181" y="304"/>
                    <a:pt x="153" y="304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65" name="Google Shape;565;p32"/>
            <p:cNvSpPr/>
            <p:nvPr/>
          </p:nvSpPr>
          <p:spPr>
            <a:xfrm>
              <a:off x="6165851" y="5316538"/>
              <a:ext cx="19050" cy="203200"/>
            </a:xfrm>
            <a:custGeom>
              <a:rect b="b" l="l" r="r" t="t"/>
              <a:pathLst>
                <a:path extrusionOk="0" h="2888" w="283">
                  <a:moveTo>
                    <a:pt x="141" y="2888"/>
                  </a:moveTo>
                  <a:cubicBezTo>
                    <a:pt x="63" y="2888"/>
                    <a:pt x="0" y="2825"/>
                    <a:pt x="0" y="2746"/>
                  </a:cubicBezTo>
                  <a:lnTo>
                    <a:pt x="0" y="142"/>
                  </a:lnTo>
                  <a:cubicBezTo>
                    <a:pt x="0" y="63"/>
                    <a:pt x="63" y="0"/>
                    <a:pt x="141" y="0"/>
                  </a:cubicBezTo>
                  <a:cubicBezTo>
                    <a:pt x="219" y="0"/>
                    <a:pt x="283" y="63"/>
                    <a:pt x="283" y="142"/>
                  </a:cubicBezTo>
                  <a:lnTo>
                    <a:pt x="283" y="2746"/>
                  </a:lnTo>
                  <a:cubicBezTo>
                    <a:pt x="283" y="2825"/>
                    <a:pt x="219" y="2888"/>
                    <a:pt x="141" y="2888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66" name="Google Shape;566;p32"/>
            <p:cNvSpPr/>
            <p:nvPr/>
          </p:nvSpPr>
          <p:spPr>
            <a:xfrm>
              <a:off x="6116638" y="5365750"/>
              <a:ext cx="68263" cy="60325"/>
            </a:xfrm>
            <a:custGeom>
              <a:rect b="b" l="l" r="r" t="t"/>
              <a:pathLst>
                <a:path extrusionOk="0" h="843" w="976">
                  <a:moveTo>
                    <a:pt x="817" y="843"/>
                  </a:moveTo>
                  <a:cubicBezTo>
                    <a:pt x="786" y="843"/>
                    <a:pt x="754" y="832"/>
                    <a:pt x="727" y="811"/>
                  </a:cubicBezTo>
                  <a:lnTo>
                    <a:pt x="69" y="269"/>
                  </a:lnTo>
                  <a:cubicBezTo>
                    <a:pt x="9" y="219"/>
                    <a:pt x="0" y="130"/>
                    <a:pt x="50" y="70"/>
                  </a:cubicBezTo>
                  <a:cubicBezTo>
                    <a:pt x="99" y="9"/>
                    <a:pt x="189" y="0"/>
                    <a:pt x="249" y="50"/>
                  </a:cubicBezTo>
                  <a:lnTo>
                    <a:pt x="908" y="592"/>
                  </a:lnTo>
                  <a:cubicBezTo>
                    <a:pt x="968" y="642"/>
                    <a:pt x="976" y="731"/>
                    <a:pt x="927" y="791"/>
                  </a:cubicBezTo>
                  <a:cubicBezTo>
                    <a:pt x="899" y="825"/>
                    <a:pt x="858" y="843"/>
                    <a:pt x="817" y="843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67" name="Google Shape;567;p32"/>
            <p:cNvSpPr/>
            <p:nvPr/>
          </p:nvSpPr>
          <p:spPr>
            <a:xfrm>
              <a:off x="6165851" y="5367338"/>
              <a:ext cx="66675" cy="57150"/>
            </a:xfrm>
            <a:custGeom>
              <a:rect b="b" l="l" r="r" t="t"/>
              <a:pathLst>
                <a:path extrusionOk="0" h="821" w="955">
                  <a:moveTo>
                    <a:pt x="159" y="821"/>
                  </a:moveTo>
                  <a:cubicBezTo>
                    <a:pt x="118" y="821"/>
                    <a:pt x="78" y="804"/>
                    <a:pt x="50" y="769"/>
                  </a:cubicBezTo>
                  <a:cubicBezTo>
                    <a:pt x="0" y="709"/>
                    <a:pt x="9" y="620"/>
                    <a:pt x="70" y="570"/>
                  </a:cubicBezTo>
                  <a:lnTo>
                    <a:pt x="706" y="49"/>
                  </a:lnTo>
                  <a:cubicBezTo>
                    <a:pt x="767" y="0"/>
                    <a:pt x="856" y="9"/>
                    <a:pt x="906" y="69"/>
                  </a:cubicBezTo>
                  <a:cubicBezTo>
                    <a:pt x="955" y="130"/>
                    <a:pt x="946" y="219"/>
                    <a:pt x="885" y="269"/>
                  </a:cubicBezTo>
                  <a:lnTo>
                    <a:pt x="249" y="789"/>
                  </a:lnTo>
                  <a:cubicBezTo>
                    <a:pt x="223" y="811"/>
                    <a:pt x="191" y="821"/>
                    <a:pt x="159" y="821"/>
                  </a:cubicBezTo>
                </a:path>
              </a:pathLst>
            </a:cu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68" name="Google Shape;568;p32"/>
            <p:cNvSpPr/>
            <p:nvPr/>
          </p:nvSpPr>
          <p:spPr>
            <a:xfrm>
              <a:off x="6288088" y="5262563"/>
              <a:ext cx="163513" cy="196850"/>
            </a:xfrm>
            <a:custGeom>
              <a:rect b="b" l="l" r="r" t="t"/>
              <a:pathLst>
                <a:path extrusionOk="0" h="2791" w="2315">
                  <a:moveTo>
                    <a:pt x="1202" y="2791"/>
                  </a:moveTo>
                  <a:cubicBezTo>
                    <a:pt x="1195" y="2791"/>
                    <a:pt x="1187" y="2790"/>
                    <a:pt x="1179" y="2789"/>
                  </a:cubicBezTo>
                  <a:cubicBezTo>
                    <a:pt x="854" y="2737"/>
                    <a:pt x="555" y="2569"/>
                    <a:pt x="339" y="2318"/>
                  </a:cubicBezTo>
                  <a:cubicBezTo>
                    <a:pt x="121" y="2064"/>
                    <a:pt x="0" y="1739"/>
                    <a:pt x="0" y="1403"/>
                  </a:cubicBezTo>
                  <a:cubicBezTo>
                    <a:pt x="0" y="630"/>
                    <a:pt x="630" y="0"/>
                    <a:pt x="1404" y="0"/>
                  </a:cubicBezTo>
                  <a:cubicBezTo>
                    <a:pt x="1707" y="0"/>
                    <a:pt x="1996" y="95"/>
                    <a:pt x="2239" y="276"/>
                  </a:cubicBezTo>
                  <a:cubicBezTo>
                    <a:pt x="2302" y="322"/>
                    <a:pt x="2315" y="411"/>
                    <a:pt x="2268" y="474"/>
                  </a:cubicBezTo>
                  <a:cubicBezTo>
                    <a:pt x="2222" y="537"/>
                    <a:pt x="2133" y="550"/>
                    <a:pt x="2070" y="503"/>
                  </a:cubicBezTo>
                  <a:cubicBezTo>
                    <a:pt x="1876" y="359"/>
                    <a:pt x="1646" y="283"/>
                    <a:pt x="1404" y="283"/>
                  </a:cubicBezTo>
                  <a:cubicBezTo>
                    <a:pt x="786" y="283"/>
                    <a:pt x="284" y="786"/>
                    <a:pt x="284" y="1403"/>
                  </a:cubicBezTo>
                  <a:cubicBezTo>
                    <a:pt x="284" y="1957"/>
                    <a:pt x="679" y="2422"/>
                    <a:pt x="1224" y="2509"/>
                  </a:cubicBezTo>
                  <a:cubicBezTo>
                    <a:pt x="1302" y="2522"/>
                    <a:pt x="1354" y="2594"/>
                    <a:pt x="1342" y="2672"/>
                  </a:cubicBezTo>
                  <a:cubicBezTo>
                    <a:pt x="1331" y="2741"/>
                    <a:pt x="1271" y="2791"/>
                    <a:pt x="1202" y="2791"/>
                  </a:cubicBezTo>
                </a:path>
              </a:pathLst>
            </a:cu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69" name="Google Shape;569;p32"/>
            <p:cNvSpPr/>
            <p:nvPr/>
          </p:nvSpPr>
          <p:spPr>
            <a:xfrm>
              <a:off x="6388101" y="5316538"/>
              <a:ext cx="98425" cy="144463"/>
            </a:xfrm>
            <a:custGeom>
              <a:rect b="b" l="l" r="r" t="t"/>
              <a:pathLst>
                <a:path extrusionOk="0" h="2026" w="1389">
                  <a:moveTo>
                    <a:pt x="151" y="2026"/>
                  </a:moveTo>
                  <a:cubicBezTo>
                    <a:pt x="81" y="2026"/>
                    <a:pt x="20" y="1974"/>
                    <a:pt x="10" y="1903"/>
                  </a:cubicBezTo>
                  <a:cubicBezTo>
                    <a:pt x="0" y="1825"/>
                    <a:pt x="55" y="1754"/>
                    <a:pt x="133" y="1744"/>
                  </a:cubicBezTo>
                  <a:cubicBezTo>
                    <a:pt x="687" y="1672"/>
                    <a:pt x="1106" y="1194"/>
                    <a:pt x="1106" y="634"/>
                  </a:cubicBezTo>
                  <a:cubicBezTo>
                    <a:pt x="1106" y="488"/>
                    <a:pt x="1079" y="347"/>
                    <a:pt x="1025" y="214"/>
                  </a:cubicBezTo>
                  <a:cubicBezTo>
                    <a:pt x="996" y="142"/>
                    <a:pt x="1030" y="59"/>
                    <a:pt x="1103" y="30"/>
                  </a:cubicBezTo>
                  <a:cubicBezTo>
                    <a:pt x="1176" y="0"/>
                    <a:pt x="1258" y="35"/>
                    <a:pt x="1287" y="108"/>
                  </a:cubicBezTo>
                  <a:cubicBezTo>
                    <a:pt x="1355" y="275"/>
                    <a:pt x="1389" y="452"/>
                    <a:pt x="1389" y="634"/>
                  </a:cubicBezTo>
                  <a:cubicBezTo>
                    <a:pt x="1389" y="1336"/>
                    <a:pt x="865" y="1934"/>
                    <a:pt x="169" y="2025"/>
                  </a:cubicBezTo>
                  <a:cubicBezTo>
                    <a:pt x="163" y="2026"/>
                    <a:pt x="157" y="2026"/>
                    <a:pt x="151" y="2026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70" name="Google Shape;570;p32"/>
            <p:cNvSpPr/>
            <p:nvPr/>
          </p:nvSpPr>
          <p:spPr>
            <a:xfrm>
              <a:off x="6446838" y="5295900"/>
              <a:ext cx="22225" cy="20638"/>
            </a:xfrm>
            <a:custGeom>
              <a:rect b="b" l="l" r="r" t="t"/>
              <a:pathLst>
                <a:path extrusionOk="0" h="305" w="303">
                  <a:moveTo>
                    <a:pt x="153" y="305"/>
                  </a:moveTo>
                  <a:cubicBezTo>
                    <a:pt x="113" y="305"/>
                    <a:pt x="71" y="288"/>
                    <a:pt x="39" y="248"/>
                  </a:cubicBezTo>
                  <a:cubicBezTo>
                    <a:pt x="23" y="227"/>
                    <a:pt x="13" y="202"/>
                    <a:pt x="10" y="178"/>
                  </a:cubicBezTo>
                  <a:cubicBezTo>
                    <a:pt x="0" y="116"/>
                    <a:pt x="31" y="62"/>
                    <a:pt x="75" y="35"/>
                  </a:cubicBezTo>
                  <a:cubicBezTo>
                    <a:pt x="130" y="0"/>
                    <a:pt x="214" y="3"/>
                    <a:pt x="266" y="73"/>
                  </a:cubicBezTo>
                  <a:cubicBezTo>
                    <a:pt x="281" y="94"/>
                    <a:pt x="290" y="116"/>
                    <a:pt x="293" y="140"/>
                  </a:cubicBezTo>
                  <a:cubicBezTo>
                    <a:pt x="303" y="201"/>
                    <a:pt x="273" y="255"/>
                    <a:pt x="229" y="282"/>
                  </a:cubicBezTo>
                  <a:cubicBezTo>
                    <a:pt x="207" y="296"/>
                    <a:pt x="180" y="305"/>
                    <a:pt x="153" y="30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71" name="Google Shape;571;p32"/>
            <p:cNvSpPr/>
            <p:nvPr/>
          </p:nvSpPr>
          <p:spPr>
            <a:xfrm>
              <a:off x="6376988" y="5314950"/>
              <a:ext cx="20638" cy="204788"/>
            </a:xfrm>
            <a:custGeom>
              <a:rect b="b" l="l" r="r" t="t"/>
              <a:pathLst>
                <a:path extrusionOk="0" h="2888" w="283">
                  <a:moveTo>
                    <a:pt x="142" y="2888"/>
                  </a:moveTo>
                  <a:cubicBezTo>
                    <a:pt x="64" y="2888"/>
                    <a:pt x="0" y="2824"/>
                    <a:pt x="0" y="2746"/>
                  </a:cubicBezTo>
                  <a:lnTo>
                    <a:pt x="0" y="142"/>
                  </a:lnTo>
                  <a:cubicBezTo>
                    <a:pt x="0" y="63"/>
                    <a:pt x="64" y="0"/>
                    <a:pt x="142" y="0"/>
                  </a:cubicBezTo>
                  <a:cubicBezTo>
                    <a:pt x="220" y="0"/>
                    <a:pt x="283" y="63"/>
                    <a:pt x="283" y="142"/>
                  </a:cubicBezTo>
                  <a:lnTo>
                    <a:pt x="283" y="2746"/>
                  </a:lnTo>
                  <a:cubicBezTo>
                    <a:pt x="283" y="2824"/>
                    <a:pt x="220" y="2888"/>
                    <a:pt x="142" y="2888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72" name="Google Shape;572;p32"/>
            <p:cNvSpPr/>
            <p:nvPr/>
          </p:nvSpPr>
          <p:spPr>
            <a:xfrm>
              <a:off x="6330951" y="5360988"/>
              <a:ext cx="66675" cy="63500"/>
            </a:xfrm>
            <a:custGeom>
              <a:rect b="b" l="l" r="r" t="t"/>
              <a:pathLst>
                <a:path extrusionOk="0" h="893" w="955">
                  <a:moveTo>
                    <a:pt x="798" y="893"/>
                  </a:moveTo>
                  <a:cubicBezTo>
                    <a:pt x="764" y="893"/>
                    <a:pt x="729" y="880"/>
                    <a:pt x="702" y="855"/>
                  </a:cubicBezTo>
                  <a:lnTo>
                    <a:pt x="61" y="261"/>
                  </a:lnTo>
                  <a:cubicBezTo>
                    <a:pt x="4" y="207"/>
                    <a:pt x="0" y="118"/>
                    <a:pt x="53" y="60"/>
                  </a:cubicBezTo>
                  <a:cubicBezTo>
                    <a:pt x="107" y="3"/>
                    <a:pt x="197" y="0"/>
                    <a:pt x="254" y="53"/>
                  </a:cubicBezTo>
                  <a:lnTo>
                    <a:pt x="895" y="647"/>
                  </a:lnTo>
                  <a:cubicBezTo>
                    <a:pt x="952" y="700"/>
                    <a:pt x="955" y="790"/>
                    <a:pt x="902" y="847"/>
                  </a:cubicBezTo>
                  <a:cubicBezTo>
                    <a:pt x="874" y="877"/>
                    <a:pt x="836" y="893"/>
                    <a:pt x="798" y="893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73" name="Google Shape;573;p32"/>
            <p:cNvSpPr/>
            <p:nvPr/>
          </p:nvSpPr>
          <p:spPr>
            <a:xfrm>
              <a:off x="6376988" y="5365750"/>
              <a:ext cx="68263" cy="60325"/>
            </a:xfrm>
            <a:custGeom>
              <a:rect b="b" l="l" r="r" t="t"/>
              <a:pathLst>
                <a:path extrusionOk="0" h="839" w="954">
                  <a:moveTo>
                    <a:pt x="159" y="839"/>
                  </a:moveTo>
                  <a:cubicBezTo>
                    <a:pt x="119" y="839"/>
                    <a:pt x="78" y="822"/>
                    <a:pt x="50" y="789"/>
                  </a:cubicBezTo>
                  <a:cubicBezTo>
                    <a:pt x="0" y="729"/>
                    <a:pt x="7" y="640"/>
                    <a:pt x="67" y="589"/>
                  </a:cubicBezTo>
                  <a:lnTo>
                    <a:pt x="704" y="51"/>
                  </a:lnTo>
                  <a:cubicBezTo>
                    <a:pt x="763" y="0"/>
                    <a:pt x="853" y="8"/>
                    <a:pt x="903" y="68"/>
                  </a:cubicBezTo>
                  <a:cubicBezTo>
                    <a:pt x="954" y="127"/>
                    <a:pt x="946" y="217"/>
                    <a:pt x="886" y="267"/>
                  </a:cubicBezTo>
                  <a:lnTo>
                    <a:pt x="250" y="805"/>
                  </a:lnTo>
                  <a:cubicBezTo>
                    <a:pt x="223" y="828"/>
                    <a:pt x="191" y="839"/>
                    <a:pt x="159" y="839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pic>
        <p:nvPicPr>
          <p:cNvPr descr="Barn" id="574" name="Google Shape;57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6742" y="2704316"/>
            <a:ext cx="1151399" cy="11513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ome" id="575" name="Google Shape;575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8386" y="2689769"/>
            <a:ext cx="1093242" cy="10932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ne decoration" id="576" name="Google Shape;576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43562" y="2791578"/>
            <a:ext cx="1061158" cy="1061158"/>
          </a:xfrm>
          <a:prstGeom prst="rect">
            <a:avLst/>
          </a:prstGeom>
          <a:noFill/>
          <a:ln>
            <a:noFill/>
          </a:ln>
        </p:spPr>
      </p:pic>
      <p:grpSp>
        <p:nvGrpSpPr>
          <p:cNvPr descr="{&quot;Key&quot;:&quot;POWER_USER_SHAPE_ICON&quot;,&quot;Value&quot;:&quot;POWER_USER_SHAPE_ICON_STYLE_1&quot;}" id="577" name="Google Shape;577;p32"/>
          <p:cNvGrpSpPr/>
          <p:nvPr/>
        </p:nvGrpSpPr>
        <p:grpSpPr>
          <a:xfrm>
            <a:off x="8517374" y="2927127"/>
            <a:ext cx="1185241" cy="750254"/>
            <a:chOff x="6767513" y="5310188"/>
            <a:chExt cx="944562" cy="388938"/>
          </a:xfrm>
        </p:grpSpPr>
        <p:sp>
          <p:nvSpPr>
            <p:cNvPr id="578" name="Google Shape;578;p32"/>
            <p:cNvSpPr/>
            <p:nvPr/>
          </p:nvSpPr>
          <p:spPr>
            <a:xfrm>
              <a:off x="7069138" y="5505450"/>
              <a:ext cx="92075" cy="192088"/>
            </a:xfrm>
            <a:custGeom>
              <a:rect b="b" l="l" r="r" t="t"/>
              <a:pathLst>
                <a:path extrusionOk="0" h="2716" w="1300">
                  <a:moveTo>
                    <a:pt x="529" y="283"/>
                  </a:moveTo>
                  <a:cubicBezTo>
                    <a:pt x="394" y="283"/>
                    <a:pt x="284" y="393"/>
                    <a:pt x="284" y="528"/>
                  </a:cubicBezTo>
                  <a:lnTo>
                    <a:pt x="284" y="2188"/>
                  </a:lnTo>
                  <a:cubicBezTo>
                    <a:pt x="284" y="2323"/>
                    <a:pt x="394" y="2433"/>
                    <a:pt x="529" y="2433"/>
                  </a:cubicBezTo>
                  <a:lnTo>
                    <a:pt x="772" y="2433"/>
                  </a:lnTo>
                  <a:cubicBezTo>
                    <a:pt x="907" y="2433"/>
                    <a:pt x="1017" y="2323"/>
                    <a:pt x="1017" y="2188"/>
                  </a:cubicBezTo>
                  <a:lnTo>
                    <a:pt x="1017" y="528"/>
                  </a:lnTo>
                  <a:cubicBezTo>
                    <a:pt x="1017" y="393"/>
                    <a:pt x="907" y="283"/>
                    <a:pt x="772" y="283"/>
                  </a:cubicBezTo>
                  <a:lnTo>
                    <a:pt x="529" y="283"/>
                  </a:lnTo>
                  <a:close/>
                  <a:moveTo>
                    <a:pt x="772" y="2716"/>
                  </a:moveTo>
                  <a:lnTo>
                    <a:pt x="529" y="2716"/>
                  </a:lnTo>
                  <a:cubicBezTo>
                    <a:pt x="238" y="2716"/>
                    <a:pt x="0" y="2479"/>
                    <a:pt x="0" y="2188"/>
                  </a:cubicBezTo>
                  <a:lnTo>
                    <a:pt x="0" y="528"/>
                  </a:lnTo>
                  <a:cubicBezTo>
                    <a:pt x="0" y="237"/>
                    <a:pt x="238" y="0"/>
                    <a:pt x="529" y="0"/>
                  </a:cubicBezTo>
                  <a:lnTo>
                    <a:pt x="772" y="0"/>
                  </a:lnTo>
                  <a:cubicBezTo>
                    <a:pt x="1064" y="0"/>
                    <a:pt x="1300" y="237"/>
                    <a:pt x="1300" y="528"/>
                  </a:cubicBezTo>
                  <a:lnTo>
                    <a:pt x="1300" y="2188"/>
                  </a:lnTo>
                  <a:cubicBezTo>
                    <a:pt x="1300" y="2479"/>
                    <a:pt x="1064" y="2716"/>
                    <a:pt x="772" y="2716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79" name="Google Shape;579;p32"/>
            <p:cNvSpPr/>
            <p:nvPr/>
          </p:nvSpPr>
          <p:spPr>
            <a:xfrm>
              <a:off x="7319963" y="5507038"/>
              <a:ext cx="92075" cy="192088"/>
            </a:xfrm>
            <a:custGeom>
              <a:rect b="b" l="l" r="r" t="t"/>
              <a:pathLst>
                <a:path extrusionOk="0" h="2717" w="1300">
                  <a:moveTo>
                    <a:pt x="528" y="284"/>
                  </a:moveTo>
                  <a:cubicBezTo>
                    <a:pt x="394" y="284"/>
                    <a:pt x="284" y="394"/>
                    <a:pt x="284" y="529"/>
                  </a:cubicBezTo>
                  <a:lnTo>
                    <a:pt x="284" y="2189"/>
                  </a:lnTo>
                  <a:cubicBezTo>
                    <a:pt x="284" y="2324"/>
                    <a:pt x="394" y="2434"/>
                    <a:pt x="528" y="2434"/>
                  </a:cubicBezTo>
                  <a:lnTo>
                    <a:pt x="772" y="2434"/>
                  </a:lnTo>
                  <a:cubicBezTo>
                    <a:pt x="907" y="2434"/>
                    <a:pt x="1017" y="2324"/>
                    <a:pt x="1017" y="2189"/>
                  </a:cubicBezTo>
                  <a:lnTo>
                    <a:pt x="1017" y="529"/>
                  </a:lnTo>
                  <a:cubicBezTo>
                    <a:pt x="1017" y="394"/>
                    <a:pt x="907" y="284"/>
                    <a:pt x="772" y="284"/>
                  </a:cubicBezTo>
                  <a:lnTo>
                    <a:pt x="528" y="284"/>
                  </a:lnTo>
                  <a:close/>
                  <a:moveTo>
                    <a:pt x="772" y="2717"/>
                  </a:moveTo>
                  <a:lnTo>
                    <a:pt x="528" y="2717"/>
                  </a:lnTo>
                  <a:cubicBezTo>
                    <a:pt x="238" y="2717"/>
                    <a:pt x="0" y="2480"/>
                    <a:pt x="0" y="2189"/>
                  </a:cubicBezTo>
                  <a:lnTo>
                    <a:pt x="0" y="529"/>
                  </a:lnTo>
                  <a:cubicBezTo>
                    <a:pt x="0" y="237"/>
                    <a:pt x="238" y="0"/>
                    <a:pt x="528" y="0"/>
                  </a:cubicBezTo>
                  <a:lnTo>
                    <a:pt x="772" y="0"/>
                  </a:lnTo>
                  <a:cubicBezTo>
                    <a:pt x="1063" y="0"/>
                    <a:pt x="1300" y="237"/>
                    <a:pt x="1300" y="529"/>
                  </a:cubicBezTo>
                  <a:lnTo>
                    <a:pt x="1300" y="2189"/>
                  </a:lnTo>
                  <a:cubicBezTo>
                    <a:pt x="1300" y="2480"/>
                    <a:pt x="1063" y="2717"/>
                    <a:pt x="772" y="271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80" name="Google Shape;580;p32"/>
            <p:cNvSpPr/>
            <p:nvPr/>
          </p:nvSpPr>
          <p:spPr>
            <a:xfrm>
              <a:off x="7069138" y="5432425"/>
              <a:ext cx="342900" cy="71438"/>
            </a:xfrm>
            <a:custGeom>
              <a:rect b="b" l="l" r="r" t="t"/>
              <a:pathLst>
                <a:path extrusionOk="0" h="1017" w="4850">
                  <a:moveTo>
                    <a:pt x="283" y="734"/>
                  </a:moveTo>
                  <a:lnTo>
                    <a:pt x="4567" y="734"/>
                  </a:lnTo>
                  <a:lnTo>
                    <a:pt x="4567" y="284"/>
                  </a:lnTo>
                  <a:lnTo>
                    <a:pt x="283" y="284"/>
                  </a:lnTo>
                  <a:lnTo>
                    <a:pt x="283" y="734"/>
                  </a:lnTo>
                  <a:close/>
                  <a:moveTo>
                    <a:pt x="4708" y="1017"/>
                  </a:moveTo>
                  <a:lnTo>
                    <a:pt x="142" y="1017"/>
                  </a:lnTo>
                  <a:cubicBezTo>
                    <a:pt x="64" y="1017"/>
                    <a:pt x="0" y="954"/>
                    <a:pt x="0" y="875"/>
                  </a:cubicBezTo>
                  <a:lnTo>
                    <a:pt x="0" y="142"/>
                  </a:lnTo>
                  <a:cubicBezTo>
                    <a:pt x="0" y="64"/>
                    <a:pt x="64" y="0"/>
                    <a:pt x="142" y="0"/>
                  </a:cubicBezTo>
                  <a:lnTo>
                    <a:pt x="4708" y="0"/>
                  </a:lnTo>
                  <a:cubicBezTo>
                    <a:pt x="4787" y="0"/>
                    <a:pt x="4850" y="64"/>
                    <a:pt x="4850" y="142"/>
                  </a:cubicBezTo>
                  <a:lnTo>
                    <a:pt x="4850" y="875"/>
                  </a:lnTo>
                  <a:cubicBezTo>
                    <a:pt x="4850" y="954"/>
                    <a:pt x="4787" y="1017"/>
                    <a:pt x="4708" y="101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81" name="Google Shape;581;p32"/>
            <p:cNvSpPr/>
            <p:nvPr/>
          </p:nvSpPr>
          <p:spPr>
            <a:xfrm>
              <a:off x="7177088" y="5514975"/>
              <a:ext cx="127000" cy="125413"/>
            </a:xfrm>
            <a:custGeom>
              <a:rect b="b" l="l" r="r" t="t"/>
              <a:pathLst>
                <a:path extrusionOk="0" h="79" w="80">
                  <a:moveTo>
                    <a:pt x="80" y="79"/>
                  </a:moveTo>
                  <a:lnTo>
                    <a:pt x="0" y="79"/>
                  </a:lnTo>
                  <a:lnTo>
                    <a:pt x="0" y="0"/>
                  </a:lnTo>
                  <a:lnTo>
                    <a:pt x="13" y="0"/>
                  </a:lnTo>
                  <a:lnTo>
                    <a:pt x="13" y="66"/>
                  </a:lnTo>
                  <a:lnTo>
                    <a:pt x="67" y="66"/>
                  </a:lnTo>
                  <a:lnTo>
                    <a:pt x="67" y="0"/>
                  </a:lnTo>
                  <a:lnTo>
                    <a:pt x="80" y="0"/>
                  </a:lnTo>
                  <a:lnTo>
                    <a:pt x="80" y="79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82" name="Google Shape;582;p32"/>
            <p:cNvSpPr/>
            <p:nvPr/>
          </p:nvSpPr>
          <p:spPr>
            <a:xfrm>
              <a:off x="7097713" y="5457825"/>
              <a:ext cx="42863" cy="20638"/>
            </a:xfrm>
            <a:custGeom>
              <a:rect b="b" l="l" r="r" t="t"/>
              <a:pathLst>
                <a:path extrusionOk="0" h="283" w="617">
                  <a:moveTo>
                    <a:pt x="475" y="283"/>
                  </a:moveTo>
                  <a:lnTo>
                    <a:pt x="142" y="283"/>
                  </a:lnTo>
                  <a:cubicBezTo>
                    <a:pt x="64" y="283"/>
                    <a:pt x="0" y="220"/>
                    <a:pt x="0" y="142"/>
                  </a:cubicBezTo>
                  <a:cubicBezTo>
                    <a:pt x="0" y="63"/>
                    <a:pt x="64" y="0"/>
                    <a:pt x="142" y="0"/>
                  </a:cubicBezTo>
                  <a:lnTo>
                    <a:pt x="475" y="0"/>
                  </a:lnTo>
                  <a:cubicBezTo>
                    <a:pt x="554" y="0"/>
                    <a:pt x="617" y="63"/>
                    <a:pt x="617" y="142"/>
                  </a:cubicBezTo>
                  <a:cubicBezTo>
                    <a:pt x="617" y="220"/>
                    <a:pt x="554" y="283"/>
                    <a:pt x="475" y="283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83" name="Google Shape;583;p32"/>
            <p:cNvSpPr/>
            <p:nvPr/>
          </p:nvSpPr>
          <p:spPr>
            <a:xfrm>
              <a:off x="7339013" y="5457825"/>
              <a:ext cx="42863" cy="20638"/>
            </a:xfrm>
            <a:custGeom>
              <a:rect b="b" l="l" r="r" t="t"/>
              <a:pathLst>
                <a:path extrusionOk="0" h="283" w="616">
                  <a:moveTo>
                    <a:pt x="475" y="283"/>
                  </a:moveTo>
                  <a:lnTo>
                    <a:pt x="141" y="283"/>
                  </a:lnTo>
                  <a:cubicBezTo>
                    <a:pt x="63" y="283"/>
                    <a:pt x="0" y="220"/>
                    <a:pt x="0" y="142"/>
                  </a:cubicBezTo>
                  <a:cubicBezTo>
                    <a:pt x="0" y="63"/>
                    <a:pt x="63" y="0"/>
                    <a:pt x="141" y="0"/>
                  </a:cubicBezTo>
                  <a:lnTo>
                    <a:pt x="475" y="0"/>
                  </a:lnTo>
                  <a:cubicBezTo>
                    <a:pt x="553" y="0"/>
                    <a:pt x="616" y="63"/>
                    <a:pt x="616" y="142"/>
                  </a:cubicBezTo>
                  <a:cubicBezTo>
                    <a:pt x="616" y="220"/>
                    <a:pt x="553" y="283"/>
                    <a:pt x="475" y="283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84" name="Google Shape;584;p32"/>
            <p:cNvSpPr/>
            <p:nvPr/>
          </p:nvSpPr>
          <p:spPr>
            <a:xfrm>
              <a:off x="7312025" y="5376863"/>
              <a:ext cx="149225" cy="101600"/>
            </a:xfrm>
            <a:custGeom>
              <a:rect b="b" l="l" r="r" t="t"/>
              <a:pathLst>
                <a:path extrusionOk="0" h="64" w="94">
                  <a:moveTo>
                    <a:pt x="94" y="64"/>
                  </a:moveTo>
                  <a:lnTo>
                    <a:pt x="67" y="64"/>
                  </a:lnTo>
                  <a:lnTo>
                    <a:pt x="67" y="51"/>
                  </a:lnTo>
                  <a:lnTo>
                    <a:pt x="81" y="51"/>
                  </a:lnTo>
                  <a:lnTo>
                    <a:pt x="81" y="13"/>
                  </a:lnTo>
                  <a:lnTo>
                    <a:pt x="0" y="13"/>
                  </a:lnTo>
                  <a:lnTo>
                    <a:pt x="0" y="0"/>
                  </a:lnTo>
                  <a:lnTo>
                    <a:pt x="94" y="0"/>
                  </a:lnTo>
                  <a:lnTo>
                    <a:pt x="94" y="64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85" name="Google Shape;585;p32"/>
            <p:cNvSpPr/>
            <p:nvPr/>
          </p:nvSpPr>
          <p:spPr>
            <a:xfrm>
              <a:off x="7145338" y="5310188"/>
              <a:ext cx="187325" cy="136525"/>
            </a:xfrm>
            <a:custGeom>
              <a:rect b="b" l="l" r="r" t="t"/>
              <a:pathLst>
                <a:path extrusionOk="0" h="1945" w="2645">
                  <a:moveTo>
                    <a:pt x="155" y="1933"/>
                  </a:moveTo>
                  <a:cubicBezTo>
                    <a:pt x="145" y="1933"/>
                    <a:pt x="136" y="1932"/>
                    <a:pt x="126" y="1930"/>
                  </a:cubicBezTo>
                  <a:cubicBezTo>
                    <a:pt x="49" y="1914"/>
                    <a:pt x="0" y="1839"/>
                    <a:pt x="16" y="1763"/>
                  </a:cubicBezTo>
                  <a:lnTo>
                    <a:pt x="362" y="113"/>
                  </a:lnTo>
                  <a:cubicBezTo>
                    <a:pt x="376" y="47"/>
                    <a:pt x="434" y="0"/>
                    <a:pt x="501" y="0"/>
                  </a:cubicBezTo>
                  <a:lnTo>
                    <a:pt x="2192" y="0"/>
                  </a:lnTo>
                  <a:cubicBezTo>
                    <a:pt x="2260" y="0"/>
                    <a:pt x="2319" y="49"/>
                    <a:pt x="2332" y="116"/>
                  </a:cubicBezTo>
                  <a:lnTo>
                    <a:pt x="2631" y="1766"/>
                  </a:lnTo>
                  <a:cubicBezTo>
                    <a:pt x="2645" y="1843"/>
                    <a:pt x="2595" y="1917"/>
                    <a:pt x="2518" y="1931"/>
                  </a:cubicBezTo>
                  <a:cubicBezTo>
                    <a:pt x="2441" y="1945"/>
                    <a:pt x="2367" y="1894"/>
                    <a:pt x="2353" y="1817"/>
                  </a:cubicBezTo>
                  <a:lnTo>
                    <a:pt x="2074" y="283"/>
                  </a:lnTo>
                  <a:lnTo>
                    <a:pt x="616" y="283"/>
                  </a:lnTo>
                  <a:lnTo>
                    <a:pt x="294" y="1821"/>
                  </a:lnTo>
                  <a:cubicBezTo>
                    <a:pt x="280" y="1887"/>
                    <a:pt x="221" y="1933"/>
                    <a:pt x="155" y="1933"/>
                  </a:cubicBezTo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86" name="Google Shape;586;p32"/>
            <p:cNvSpPr/>
            <p:nvPr/>
          </p:nvSpPr>
          <p:spPr>
            <a:xfrm>
              <a:off x="7440613" y="5376863"/>
              <a:ext cx="200025" cy="47625"/>
            </a:xfrm>
            <a:custGeom>
              <a:rect b="b" l="l" r="r" t="t"/>
              <a:pathLst>
                <a:path extrusionOk="0" h="667" w="2825">
                  <a:moveTo>
                    <a:pt x="2683" y="667"/>
                  </a:moveTo>
                  <a:lnTo>
                    <a:pt x="258" y="667"/>
                  </a:lnTo>
                  <a:cubicBezTo>
                    <a:pt x="180" y="667"/>
                    <a:pt x="117" y="603"/>
                    <a:pt x="117" y="525"/>
                  </a:cubicBezTo>
                  <a:cubicBezTo>
                    <a:pt x="117" y="447"/>
                    <a:pt x="180" y="383"/>
                    <a:pt x="258" y="383"/>
                  </a:cubicBezTo>
                  <a:lnTo>
                    <a:pt x="2542" y="383"/>
                  </a:lnTo>
                  <a:lnTo>
                    <a:pt x="2542" y="283"/>
                  </a:lnTo>
                  <a:lnTo>
                    <a:pt x="142" y="283"/>
                  </a:lnTo>
                  <a:cubicBezTo>
                    <a:pt x="64" y="283"/>
                    <a:pt x="0" y="220"/>
                    <a:pt x="0" y="142"/>
                  </a:cubicBezTo>
                  <a:cubicBezTo>
                    <a:pt x="0" y="63"/>
                    <a:pt x="64" y="0"/>
                    <a:pt x="142" y="0"/>
                  </a:cubicBezTo>
                  <a:lnTo>
                    <a:pt x="2683" y="0"/>
                  </a:lnTo>
                  <a:cubicBezTo>
                    <a:pt x="2762" y="0"/>
                    <a:pt x="2825" y="63"/>
                    <a:pt x="2825" y="142"/>
                  </a:cubicBezTo>
                  <a:lnTo>
                    <a:pt x="2825" y="525"/>
                  </a:lnTo>
                  <a:cubicBezTo>
                    <a:pt x="2825" y="603"/>
                    <a:pt x="2762" y="667"/>
                    <a:pt x="2683" y="66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87" name="Google Shape;587;p32"/>
            <p:cNvSpPr/>
            <p:nvPr/>
          </p:nvSpPr>
          <p:spPr>
            <a:xfrm>
              <a:off x="7556500" y="5429250"/>
              <a:ext cx="46038" cy="1905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88" name="Google Shape;588;p32"/>
            <p:cNvSpPr/>
            <p:nvPr/>
          </p:nvSpPr>
          <p:spPr>
            <a:xfrm>
              <a:off x="7454900" y="5459413"/>
              <a:ext cx="104775" cy="214313"/>
            </a:xfrm>
            <a:custGeom>
              <a:rect b="b" l="l" r="r" t="t"/>
              <a:pathLst>
                <a:path extrusionOk="0" h="3032" w="1485">
                  <a:moveTo>
                    <a:pt x="1232" y="518"/>
                  </a:moveTo>
                  <a:cubicBezTo>
                    <a:pt x="1214" y="518"/>
                    <a:pt x="1195" y="514"/>
                    <a:pt x="1177" y="506"/>
                  </a:cubicBezTo>
                  <a:cubicBezTo>
                    <a:pt x="1105" y="476"/>
                    <a:pt x="1071" y="393"/>
                    <a:pt x="1102" y="320"/>
                  </a:cubicBezTo>
                  <a:lnTo>
                    <a:pt x="1193" y="106"/>
                  </a:lnTo>
                  <a:cubicBezTo>
                    <a:pt x="1224" y="34"/>
                    <a:pt x="1307" y="0"/>
                    <a:pt x="1379" y="31"/>
                  </a:cubicBezTo>
                  <a:cubicBezTo>
                    <a:pt x="1451" y="62"/>
                    <a:pt x="1485" y="145"/>
                    <a:pt x="1454" y="217"/>
                  </a:cubicBezTo>
                  <a:lnTo>
                    <a:pt x="1363" y="432"/>
                  </a:lnTo>
                  <a:cubicBezTo>
                    <a:pt x="1340" y="485"/>
                    <a:pt x="1288" y="518"/>
                    <a:pt x="1232" y="518"/>
                  </a:cubicBezTo>
                  <a:close/>
                  <a:moveTo>
                    <a:pt x="964" y="1146"/>
                  </a:moveTo>
                  <a:cubicBezTo>
                    <a:pt x="946" y="1146"/>
                    <a:pt x="927" y="1143"/>
                    <a:pt x="909" y="1135"/>
                  </a:cubicBezTo>
                  <a:cubicBezTo>
                    <a:pt x="837" y="1105"/>
                    <a:pt x="804" y="1021"/>
                    <a:pt x="834" y="949"/>
                  </a:cubicBezTo>
                  <a:lnTo>
                    <a:pt x="926" y="735"/>
                  </a:lnTo>
                  <a:cubicBezTo>
                    <a:pt x="956" y="663"/>
                    <a:pt x="1039" y="629"/>
                    <a:pt x="1111" y="660"/>
                  </a:cubicBezTo>
                  <a:cubicBezTo>
                    <a:pt x="1183" y="690"/>
                    <a:pt x="1217" y="774"/>
                    <a:pt x="1186" y="846"/>
                  </a:cubicBezTo>
                  <a:lnTo>
                    <a:pt x="1095" y="1060"/>
                  </a:lnTo>
                  <a:cubicBezTo>
                    <a:pt x="1072" y="1114"/>
                    <a:pt x="1020" y="1146"/>
                    <a:pt x="964" y="1146"/>
                  </a:cubicBezTo>
                  <a:close/>
                  <a:moveTo>
                    <a:pt x="697" y="1775"/>
                  </a:moveTo>
                  <a:cubicBezTo>
                    <a:pt x="678" y="1775"/>
                    <a:pt x="659" y="1771"/>
                    <a:pt x="641" y="1764"/>
                  </a:cubicBezTo>
                  <a:cubicBezTo>
                    <a:pt x="569" y="1733"/>
                    <a:pt x="536" y="1650"/>
                    <a:pt x="566" y="1578"/>
                  </a:cubicBezTo>
                  <a:lnTo>
                    <a:pt x="658" y="1363"/>
                  </a:lnTo>
                  <a:cubicBezTo>
                    <a:pt x="689" y="1291"/>
                    <a:pt x="771" y="1258"/>
                    <a:pt x="844" y="1289"/>
                  </a:cubicBezTo>
                  <a:cubicBezTo>
                    <a:pt x="916" y="1319"/>
                    <a:pt x="949" y="1402"/>
                    <a:pt x="918" y="1474"/>
                  </a:cubicBezTo>
                  <a:lnTo>
                    <a:pt x="827" y="1689"/>
                  </a:lnTo>
                  <a:cubicBezTo>
                    <a:pt x="804" y="1743"/>
                    <a:pt x="752" y="1775"/>
                    <a:pt x="697" y="1775"/>
                  </a:cubicBezTo>
                  <a:close/>
                  <a:moveTo>
                    <a:pt x="429" y="2404"/>
                  </a:moveTo>
                  <a:cubicBezTo>
                    <a:pt x="410" y="2404"/>
                    <a:pt x="392" y="2400"/>
                    <a:pt x="373" y="2392"/>
                  </a:cubicBezTo>
                  <a:cubicBezTo>
                    <a:pt x="301" y="2362"/>
                    <a:pt x="268" y="2279"/>
                    <a:pt x="298" y="2206"/>
                  </a:cubicBezTo>
                  <a:lnTo>
                    <a:pt x="390" y="1992"/>
                  </a:lnTo>
                  <a:cubicBezTo>
                    <a:pt x="421" y="1920"/>
                    <a:pt x="504" y="1886"/>
                    <a:pt x="576" y="1917"/>
                  </a:cubicBezTo>
                  <a:cubicBezTo>
                    <a:pt x="648" y="1948"/>
                    <a:pt x="681" y="2031"/>
                    <a:pt x="650" y="2103"/>
                  </a:cubicBezTo>
                  <a:lnTo>
                    <a:pt x="559" y="2318"/>
                  </a:lnTo>
                  <a:cubicBezTo>
                    <a:pt x="536" y="2371"/>
                    <a:pt x="484" y="2404"/>
                    <a:pt x="429" y="2404"/>
                  </a:cubicBezTo>
                  <a:close/>
                  <a:moveTo>
                    <a:pt x="161" y="3032"/>
                  </a:moveTo>
                  <a:cubicBezTo>
                    <a:pt x="143" y="3032"/>
                    <a:pt x="124" y="3029"/>
                    <a:pt x="105" y="3021"/>
                  </a:cubicBezTo>
                  <a:cubicBezTo>
                    <a:pt x="33" y="2990"/>
                    <a:pt x="0" y="2907"/>
                    <a:pt x="31" y="2835"/>
                  </a:cubicBezTo>
                  <a:lnTo>
                    <a:pt x="122" y="2621"/>
                  </a:lnTo>
                  <a:cubicBezTo>
                    <a:pt x="153" y="2549"/>
                    <a:pt x="236" y="2515"/>
                    <a:pt x="308" y="2546"/>
                  </a:cubicBezTo>
                  <a:cubicBezTo>
                    <a:pt x="380" y="2576"/>
                    <a:pt x="414" y="2660"/>
                    <a:pt x="383" y="2732"/>
                  </a:cubicBezTo>
                  <a:lnTo>
                    <a:pt x="291" y="2946"/>
                  </a:lnTo>
                  <a:cubicBezTo>
                    <a:pt x="268" y="3000"/>
                    <a:pt x="216" y="3032"/>
                    <a:pt x="161" y="3032"/>
                  </a:cubicBezTo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89" name="Google Shape;589;p32"/>
            <p:cNvSpPr/>
            <p:nvPr/>
          </p:nvSpPr>
          <p:spPr>
            <a:xfrm>
              <a:off x="7531100" y="5461000"/>
              <a:ext cx="52388" cy="228600"/>
            </a:xfrm>
            <a:custGeom>
              <a:rect b="b" l="l" r="r" t="t"/>
              <a:pathLst>
                <a:path extrusionOk="0" h="3229" w="733">
                  <a:moveTo>
                    <a:pt x="548" y="524"/>
                  </a:moveTo>
                  <a:cubicBezTo>
                    <a:pt x="541" y="524"/>
                    <a:pt x="534" y="524"/>
                    <a:pt x="527" y="522"/>
                  </a:cubicBezTo>
                  <a:cubicBezTo>
                    <a:pt x="450" y="511"/>
                    <a:pt x="396" y="439"/>
                    <a:pt x="407" y="362"/>
                  </a:cubicBezTo>
                  <a:lnTo>
                    <a:pt x="441" y="131"/>
                  </a:lnTo>
                  <a:cubicBezTo>
                    <a:pt x="453" y="54"/>
                    <a:pt x="524" y="0"/>
                    <a:pt x="602" y="11"/>
                  </a:cubicBezTo>
                  <a:cubicBezTo>
                    <a:pt x="679" y="23"/>
                    <a:pt x="733" y="95"/>
                    <a:pt x="722" y="172"/>
                  </a:cubicBezTo>
                  <a:lnTo>
                    <a:pt x="688" y="403"/>
                  </a:lnTo>
                  <a:cubicBezTo>
                    <a:pt x="678" y="473"/>
                    <a:pt x="617" y="524"/>
                    <a:pt x="548" y="524"/>
                  </a:cubicBezTo>
                  <a:close/>
                  <a:moveTo>
                    <a:pt x="449" y="1200"/>
                  </a:moveTo>
                  <a:cubicBezTo>
                    <a:pt x="442" y="1200"/>
                    <a:pt x="435" y="1200"/>
                    <a:pt x="428" y="1199"/>
                  </a:cubicBezTo>
                  <a:cubicBezTo>
                    <a:pt x="351" y="1187"/>
                    <a:pt x="297" y="1115"/>
                    <a:pt x="309" y="1038"/>
                  </a:cubicBezTo>
                  <a:lnTo>
                    <a:pt x="342" y="807"/>
                  </a:lnTo>
                  <a:cubicBezTo>
                    <a:pt x="353" y="730"/>
                    <a:pt x="425" y="676"/>
                    <a:pt x="503" y="687"/>
                  </a:cubicBezTo>
                  <a:cubicBezTo>
                    <a:pt x="580" y="699"/>
                    <a:pt x="634" y="771"/>
                    <a:pt x="623" y="848"/>
                  </a:cubicBezTo>
                  <a:lnTo>
                    <a:pt x="589" y="1079"/>
                  </a:lnTo>
                  <a:cubicBezTo>
                    <a:pt x="578" y="1149"/>
                    <a:pt x="518" y="1200"/>
                    <a:pt x="449" y="1200"/>
                  </a:cubicBezTo>
                  <a:close/>
                  <a:moveTo>
                    <a:pt x="350" y="1876"/>
                  </a:moveTo>
                  <a:cubicBezTo>
                    <a:pt x="343" y="1876"/>
                    <a:pt x="336" y="1876"/>
                    <a:pt x="329" y="1875"/>
                  </a:cubicBezTo>
                  <a:cubicBezTo>
                    <a:pt x="251" y="1864"/>
                    <a:pt x="198" y="1791"/>
                    <a:pt x="210" y="1714"/>
                  </a:cubicBezTo>
                  <a:lnTo>
                    <a:pt x="243" y="1483"/>
                  </a:lnTo>
                  <a:cubicBezTo>
                    <a:pt x="254" y="1406"/>
                    <a:pt x="326" y="1352"/>
                    <a:pt x="404" y="1364"/>
                  </a:cubicBezTo>
                  <a:cubicBezTo>
                    <a:pt x="481" y="1375"/>
                    <a:pt x="535" y="1447"/>
                    <a:pt x="524" y="1524"/>
                  </a:cubicBezTo>
                  <a:lnTo>
                    <a:pt x="490" y="1755"/>
                  </a:lnTo>
                  <a:cubicBezTo>
                    <a:pt x="479" y="1826"/>
                    <a:pt x="419" y="1876"/>
                    <a:pt x="350" y="1876"/>
                  </a:cubicBezTo>
                  <a:close/>
                  <a:moveTo>
                    <a:pt x="251" y="2553"/>
                  </a:moveTo>
                  <a:cubicBezTo>
                    <a:pt x="244" y="2553"/>
                    <a:pt x="237" y="2552"/>
                    <a:pt x="230" y="2551"/>
                  </a:cubicBezTo>
                  <a:cubicBezTo>
                    <a:pt x="153" y="2540"/>
                    <a:pt x="99" y="2468"/>
                    <a:pt x="110" y="2390"/>
                  </a:cubicBezTo>
                  <a:lnTo>
                    <a:pt x="144" y="2159"/>
                  </a:lnTo>
                  <a:cubicBezTo>
                    <a:pt x="156" y="2082"/>
                    <a:pt x="227" y="2028"/>
                    <a:pt x="305" y="2040"/>
                  </a:cubicBezTo>
                  <a:cubicBezTo>
                    <a:pt x="382" y="2051"/>
                    <a:pt x="436" y="2123"/>
                    <a:pt x="424" y="2200"/>
                  </a:cubicBezTo>
                  <a:lnTo>
                    <a:pt x="391" y="2431"/>
                  </a:lnTo>
                  <a:cubicBezTo>
                    <a:pt x="380" y="2502"/>
                    <a:pt x="320" y="2553"/>
                    <a:pt x="251" y="2553"/>
                  </a:cubicBezTo>
                  <a:close/>
                  <a:moveTo>
                    <a:pt x="152" y="3229"/>
                  </a:moveTo>
                  <a:cubicBezTo>
                    <a:pt x="145" y="3229"/>
                    <a:pt x="138" y="3228"/>
                    <a:pt x="131" y="3227"/>
                  </a:cubicBezTo>
                  <a:cubicBezTo>
                    <a:pt x="54" y="3216"/>
                    <a:pt x="0" y="3144"/>
                    <a:pt x="11" y="3066"/>
                  </a:cubicBezTo>
                  <a:lnTo>
                    <a:pt x="45" y="2835"/>
                  </a:lnTo>
                  <a:cubicBezTo>
                    <a:pt x="57" y="2758"/>
                    <a:pt x="129" y="2704"/>
                    <a:pt x="206" y="2716"/>
                  </a:cubicBezTo>
                  <a:cubicBezTo>
                    <a:pt x="283" y="2727"/>
                    <a:pt x="337" y="2799"/>
                    <a:pt x="326" y="2876"/>
                  </a:cubicBezTo>
                  <a:lnTo>
                    <a:pt x="292" y="3107"/>
                  </a:lnTo>
                  <a:cubicBezTo>
                    <a:pt x="281" y="3178"/>
                    <a:pt x="221" y="3229"/>
                    <a:pt x="152" y="3229"/>
                  </a:cubicBezTo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90" name="Google Shape;590;p32"/>
            <p:cNvSpPr/>
            <p:nvPr/>
          </p:nvSpPr>
          <p:spPr>
            <a:xfrm>
              <a:off x="7607300" y="5459413"/>
              <a:ext cx="104775" cy="214313"/>
            </a:xfrm>
            <a:custGeom>
              <a:rect b="b" l="l" r="r" t="t"/>
              <a:pathLst>
                <a:path extrusionOk="0" h="3038" w="1472">
                  <a:moveTo>
                    <a:pt x="251" y="518"/>
                  </a:moveTo>
                  <a:cubicBezTo>
                    <a:pt x="196" y="518"/>
                    <a:pt x="143" y="486"/>
                    <a:pt x="121" y="432"/>
                  </a:cubicBezTo>
                  <a:lnTo>
                    <a:pt x="30" y="216"/>
                  </a:lnTo>
                  <a:cubicBezTo>
                    <a:pt x="0" y="144"/>
                    <a:pt x="33" y="61"/>
                    <a:pt x="105" y="31"/>
                  </a:cubicBezTo>
                  <a:cubicBezTo>
                    <a:pt x="178" y="0"/>
                    <a:pt x="260" y="34"/>
                    <a:pt x="291" y="107"/>
                  </a:cubicBezTo>
                  <a:lnTo>
                    <a:pt x="382" y="321"/>
                  </a:lnTo>
                  <a:cubicBezTo>
                    <a:pt x="412" y="394"/>
                    <a:pt x="378" y="477"/>
                    <a:pt x="306" y="507"/>
                  </a:cubicBezTo>
                  <a:cubicBezTo>
                    <a:pt x="288" y="515"/>
                    <a:pt x="269" y="518"/>
                    <a:pt x="251" y="518"/>
                  </a:cubicBezTo>
                  <a:close/>
                  <a:moveTo>
                    <a:pt x="516" y="1148"/>
                  </a:moveTo>
                  <a:cubicBezTo>
                    <a:pt x="461" y="1148"/>
                    <a:pt x="408" y="1116"/>
                    <a:pt x="386" y="1061"/>
                  </a:cubicBezTo>
                  <a:lnTo>
                    <a:pt x="295" y="846"/>
                  </a:lnTo>
                  <a:cubicBezTo>
                    <a:pt x="265" y="774"/>
                    <a:pt x="298" y="691"/>
                    <a:pt x="370" y="661"/>
                  </a:cubicBezTo>
                  <a:cubicBezTo>
                    <a:pt x="443" y="630"/>
                    <a:pt x="526" y="664"/>
                    <a:pt x="556" y="736"/>
                  </a:cubicBezTo>
                  <a:lnTo>
                    <a:pt x="647" y="951"/>
                  </a:lnTo>
                  <a:cubicBezTo>
                    <a:pt x="677" y="1024"/>
                    <a:pt x="643" y="1107"/>
                    <a:pt x="571" y="1137"/>
                  </a:cubicBezTo>
                  <a:cubicBezTo>
                    <a:pt x="553" y="1144"/>
                    <a:pt x="534" y="1148"/>
                    <a:pt x="516" y="1148"/>
                  </a:cubicBezTo>
                  <a:close/>
                  <a:moveTo>
                    <a:pt x="781" y="1778"/>
                  </a:moveTo>
                  <a:cubicBezTo>
                    <a:pt x="726" y="1778"/>
                    <a:pt x="673" y="1745"/>
                    <a:pt x="651" y="1691"/>
                  </a:cubicBezTo>
                  <a:lnTo>
                    <a:pt x="560" y="1476"/>
                  </a:lnTo>
                  <a:cubicBezTo>
                    <a:pt x="530" y="1404"/>
                    <a:pt x="563" y="1321"/>
                    <a:pt x="636" y="1290"/>
                  </a:cubicBezTo>
                  <a:cubicBezTo>
                    <a:pt x="708" y="1260"/>
                    <a:pt x="791" y="1294"/>
                    <a:pt x="821" y="1366"/>
                  </a:cubicBezTo>
                  <a:lnTo>
                    <a:pt x="912" y="1581"/>
                  </a:lnTo>
                  <a:cubicBezTo>
                    <a:pt x="942" y="1653"/>
                    <a:pt x="908" y="1736"/>
                    <a:pt x="836" y="1767"/>
                  </a:cubicBezTo>
                  <a:cubicBezTo>
                    <a:pt x="818" y="1774"/>
                    <a:pt x="799" y="1778"/>
                    <a:pt x="781" y="1778"/>
                  </a:cubicBezTo>
                  <a:close/>
                  <a:moveTo>
                    <a:pt x="1046" y="2408"/>
                  </a:moveTo>
                  <a:cubicBezTo>
                    <a:pt x="991" y="2408"/>
                    <a:pt x="938" y="2375"/>
                    <a:pt x="916" y="2321"/>
                  </a:cubicBezTo>
                  <a:lnTo>
                    <a:pt x="825" y="2106"/>
                  </a:lnTo>
                  <a:cubicBezTo>
                    <a:pt x="795" y="2034"/>
                    <a:pt x="828" y="1951"/>
                    <a:pt x="901" y="1920"/>
                  </a:cubicBezTo>
                  <a:cubicBezTo>
                    <a:pt x="973" y="1890"/>
                    <a:pt x="1056" y="1924"/>
                    <a:pt x="1086" y="1996"/>
                  </a:cubicBezTo>
                  <a:lnTo>
                    <a:pt x="1177" y="2211"/>
                  </a:lnTo>
                  <a:cubicBezTo>
                    <a:pt x="1207" y="2283"/>
                    <a:pt x="1173" y="2366"/>
                    <a:pt x="1101" y="2397"/>
                  </a:cubicBezTo>
                  <a:cubicBezTo>
                    <a:pt x="1083" y="2404"/>
                    <a:pt x="1065" y="2408"/>
                    <a:pt x="1046" y="2408"/>
                  </a:cubicBezTo>
                  <a:close/>
                  <a:moveTo>
                    <a:pt x="1311" y="3038"/>
                  </a:moveTo>
                  <a:cubicBezTo>
                    <a:pt x="1256" y="3038"/>
                    <a:pt x="1204" y="3005"/>
                    <a:pt x="1181" y="2951"/>
                  </a:cubicBezTo>
                  <a:lnTo>
                    <a:pt x="1090" y="2736"/>
                  </a:lnTo>
                  <a:cubicBezTo>
                    <a:pt x="1060" y="2664"/>
                    <a:pt x="1094" y="2581"/>
                    <a:pt x="1166" y="2550"/>
                  </a:cubicBezTo>
                  <a:cubicBezTo>
                    <a:pt x="1238" y="2520"/>
                    <a:pt x="1321" y="2554"/>
                    <a:pt x="1352" y="2626"/>
                  </a:cubicBezTo>
                  <a:lnTo>
                    <a:pt x="1442" y="2841"/>
                  </a:lnTo>
                  <a:cubicBezTo>
                    <a:pt x="1472" y="2913"/>
                    <a:pt x="1438" y="2996"/>
                    <a:pt x="1366" y="3026"/>
                  </a:cubicBezTo>
                  <a:cubicBezTo>
                    <a:pt x="1349" y="3034"/>
                    <a:pt x="1330" y="3038"/>
                    <a:pt x="1311" y="3038"/>
                  </a:cubicBezTo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91" name="Google Shape;591;p32"/>
            <p:cNvSpPr/>
            <p:nvPr/>
          </p:nvSpPr>
          <p:spPr>
            <a:xfrm>
              <a:off x="7585075" y="5459413"/>
              <a:ext cx="57150" cy="228600"/>
            </a:xfrm>
            <a:custGeom>
              <a:rect b="b" l="l" r="r" t="t"/>
              <a:pathLst>
                <a:path extrusionOk="0" h="3217" w="814">
                  <a:moveTo>
                    <a:pt x="193" y="524"/>
                  </a:moveTo>
                  <a:cubicBezTo>
                    <a:pt x="125" y="524"/>
                    <a:pt x="65" y="476"/>
                    <a:pt x="53" y="407"/>
                  </a:cubicBezTo>
                  <a:lnTo>
                    <a:pt x="13" y="177"/>
                  </a:lnTo>
                  <a:cubicBezTo>
                    <a:pt x="0" y="100"/>
                    <a:pt x="52" y="26"/>
                    <a:pt x="129" y="13"/>
                  </a:cubicBezTo>
                  <a:cubicBezTo>
                    <a:pt x="206" y="0"/>
                    <a:pt x="279" y="51"/>
                    <a:pt x="292" y="128"/>
                  </a:cubicBezTo>
                  <a:lnTo>
                    <a:pt x="333" y="358"/>
                  </a:lnTo>
                  <a:cubicBezTo>
                    <a:pt x="346" y="435"/>
                    <a:pt x="294" y="509"/>
                    <a:pt x="217" y="522"/>
                  </a:cubicBezTo>
                  <a:cubicBezTo>
                    <a:pt x="209" y="523"/>
                    <a:pt x="201" y="524"/>
                    <a:pt x="193" y="524"/>
                  </a:cubicBezTo>
                  <a:close/>
                  <a:moveTo>
                    <a:pt x="310" y="1197"/>
                  </a:moveTo>
                  <a:cubicBezTo>
                    <a:pt x="242" y="1197"/>
                    <a:pt x="182" y="1149"/>
                    <a:pt x="170" y="1080"/>
                  </a:cubicBezTo>
                  <a:lnTo>
                    <a:pt x="130" y="850"/>
                  </a:lnTo>
                  <a:cubicBezTo>
                    <a:pt x="117" y="773"/>
                    <a:pt x="169" y="700"/>
                    <a:pt x="246" y="686"/>
                  </a:cubicBezTo>
                  <a:cubicBezTo>
                    <a:pt x="323" y="673"/>
                    <a:pt x="396" y="724"/>
                    <a:pt x="409" y="801"/>
                  </a:cubicBezTo>
                  <a:lnTo>
                    <a:pt x="449" y="1031"/>
                  </a:lnTo>
                  <a:cubicBezTo>
                    <a:pt x="463" y="1108"/>
                    <a:pt x="411" y="1182"/>
                    <a:pt x="334" y="1195"/>
                  </a:cubicBezTo>
                  <a:cubicBezTo>
                    <a:pt x="326" y="1197"/>
                    <a:pt x="318" y="1197"/>
                    <a:pt x="310" y="1197"/>
                  </a:cubicBezTo>
                  <a:close/>
                  <a:moveTo>
                    <a:pt x="426" y="1871"/>
                  </a:moveTo>
                  <a:cubicBezTo>
                    <a:pt x="359" y="1871"/>
                    <a:pt x="299" y="1822"/>
                    <a:pt x="287" y="1753"/>
                  </a:cubicBezTo>
                  <a:lnTo>
                    <a:pt x="247" y="1523"/>
                  </a:lnTo>
                  <a:cubicBezTo>
                    <a:pt x="234" y="1446"/>
                    <a:pt x="285" y="1373"/>
                    <a:pt x="363" y="1359"/>
                  </a:cubicBezTo>
                  <a:cubicBezTo>
                    <a:pt x="440" y="1346"/>
                    <a:pt x="513" y="1398"/>
                    <a:pt x="527" y="1475"/>
                  </a:cubicBezTo>
                  <a:lnTo>
                    <a:pt x="566" y="1705"/>
                  </a:lnTo>
                  <a:cubicBezTo>
                    <a:pt x="580" y="1782"/>
                    <a:pt x="528" y="1855"/>
                    <a:pt x="451" y="1868"/>
                  </a:cubicBezTo>
                  <a:cubicBezTo>
                    <a:pt x="443" y="1870"/>
                    <a:pt x="434" y="1871"/>
                    <a:pt x="426" y="1871"/>
                  </a:cubicBezTo>
                  <a:close/>
                  <a:moveTo>
                    <a:pt x="544" y="2544"/>
                  </a:moveTo>
                  <a:cubicBezTo>
                    <a:pt x="476" y="2544"/>
                    <a:pt x="416" y="2495"/>
                    <a:pt x="404" y="2426"/>
                  </a:cubicBezTo>
                  <a:lnTo>
                    <a:pt x="364" y="2196"/>
                  </a:lnTo>
                  <a:cubicBezTo>
                    <a:pt x="351" y="2119"/>
                    <a:pt x="402" y="2046"/>
                    <a:pt x="479" y="2033"/>
                  </a:cubicBezTo>
                  <a:cubicBezTo>
                    <a:pt x="557" y="2019"/>
                    <a:pt x="630" y="2071"/>
                    <a:pt x="643" y="2148"/>
                  </a:cubicBezTo>
                  <a:lnTo>
                    <a:pt x="683" y="2378"/>
                  </a:lnTo>
                  <a:cubicBezTo>
                    <a:pt x="697" y="2455"/>
                    <a:pt x="645" y="2528"/>
                    <a:pt x="568" y="2542"/>
                  </a:cubicBezTo>
                  <a:cubicBezTo>
                    <a:pt x="560" y="2543"/>
                    <a:pt x="552" y="2544"/>
                    <a:pt x="544" y="2544"/>
                  </a:cubicBezTo>
                  <a:close/>
                  <a:moveTo>
                    <a:pt x="661" y="3217"/>
                  </a:moveTo>
                  <a:cubicBezTo>
                    <a:pt x="593" y="3217"/>
                    <a:pt x="533" y="3169"/>
                    <a:pt x="521" y="3100"/>
                  </a:cubicBezTo>
                  <a:lnTo>
                    <a:pt x="481" y="2870"/>
                  </a:lnTo>
                  <a:cubicBezTo>
                    <a:pt x="468" y="2793"/>
                    <a:pt x="519" y="2719"/>
                    <a:pt x="596" y="2706"/>
                  </a:cubicBezTo>
                  <a:cubicBezTo>
                    <a:pt x="673" y="2693"/>
                    <a:pt x="747" y="2744"/>
                    <a:pt x="760" y="2821"/>
                  </a:cubicBezTo>
                  <a:lnTo>
                    <a:pt x="800" y="3051"/>
                  </a:lnTo>
                  <a:cubicBezTo>
                    <a:pt x="814" y="3128"/>
                    <a:pt x="762" y="3202"/>
                    <a:pt x="685" y="3215"/>
                  </a:cubicBezTo>
                  <a:cubicBezTo>
                    <a:pt x="677" y="3216"/>
                    <a:pt x="668" y="3217"/>
                    <a:pt x="661" y="321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92" name="Google Shape;592;p32"/>
            <p:cNvSpPr/>
            <p:nvPr/>
          </p:nvSpPr>
          <p:spPr>
            <a:xfrm>
              <a:off x="7018338" y="5378450"/>
              <a:ext cx="149225" cy="101600"/>
            </a:xfrm>
            <a:custGeom>
              <a:rect b="b" l="l" r="r" t="t"/>
              <a:pathLst>
                <a:path extrusionOk="0" h="64" w="94">
                  <a:moveTo>
                    <a:pt x="26" y="64"/>
                  </a:moveTo>
                  <a:lnTo>
                    <a:pt x="0" y="64"/>
                  </a:lnTo>
                  <a:lnTo>
                    <a:pt x="0" y="0"/>
                  </a:lnTo>
                  <a:lnTo>
                    <a:pt x="94" y="0"/>
                  </a:lnTo>
                  <a:lnTo>
                    <a:pt x="94" y="13"/>
                  </a:lnTo>
                  <a:lnTo>
                    <a:pt x="12" y="13"/>
                  </a:lnTo>
                  <a:lnTo>
                    <a:pt x="12" y="52"/>
                  </a:lnTo>
                  <a:lnTo>
                    <a:pt x="26" y="52"/>
                  </a:lnTo>
                  <a:lnTo>
                    <a:pt x="26" y="64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93" name="Google Shape;593;p32"/>
            <p:cNvSpPr/>
            <p:nvPr/>
          </p:nvSpPr>
          <p:spPr>
            <a:xfrm>
              <a:off x="6838950" y="5378450"/>
              <a:ext cx="200025" cy="47625"/>
            </a:xfrm>
            <a:custGeom>
              <a:rect b="b" l="l" r="r" t="t"/>
              <a:pathLst>
                <a:path extrusionOk="0" h="667" w="2826">
                  <a:moveTo>
                    <a:pt x="2567" y="667"/>
                  </a:moveTo>
                  <a:lnTo>
                    <a:pt x="142" y="667"/>
                  </a:lnTo>
                  <a:cubicBezTo>
                    <a:pt x="64" y="667"/>
                    <a:pt x="0" y="604"/>
                    <a:pt x="0" y="525"/>
                  </a:cubicBezTo>
                  <a:lnTo>
                    <a:pt x="0" y="142"/>
                  </a:lnTo>
                  <a:cubicBezTo>
                    <a:pt x="0" y="64"/>
                    <a:pt x="64" y="0"/>
                    <a:pt x="142" y="0"/>
                  </a:cubicBezTo>
                  <a:lnTo>
                    <a:pt x="2684" y="0"/>
                  </a:lnTo>
                  <a:cubicBezTo>
                    <a:pt x="2762" y="0"/>
                    <a:pt x="2826" y="64"/>
                    <a:pt x="2826" y="142"/>
                  </a:cubicBezTo>
                  <a:cubicBezTo>
                    <a:pt x="2826" y="220"/>
                    <a:pt x="2762" y="284"/>
                    <a:pt x="2684" y="284"/>
                  </a:cubicBezTo>
                  <a:lnTo>
                    <a:pt x="284" y="284"/>
                  </a:lnTo>
                  <a:lnTo>
                    <a:pt x="284" y="384"/>
                  </a:lnTo>
                  <a:lnTo>
                    <a:pt x="2567" y="384"/>
                  </a:lnTo>
                  <a:cubicBezTo>
                    <a:pt x="2646" y="384"/>
                    <a:pt x="2709" y="447"/>
                    <a:pt x="2709" y="525"/>
                  </a:cubicBezTo>
                  <a:cubicBezTo>
                    <a:pt x="2709" y="604"/>
                    <a:pt x="2646" y="667"/>
                    <a:pt x="2567" y="66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94" name="Google Shape;594;p32"/>
            <p:cNvSpPr/>
            <p:nvPr/>
          </p:nvSpPr>
          <p:spPr>
            <a:xfrm>
              <a:off x="6875463" y="5430838"/>
              <a:ext cx="46038" cy="20638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95" name="Google Shape;595;p32"/>
            <p:cNvSpPr/>
            <p:nvPr/>
          </p:nvSpPr>
          <p:spPr>
            <a:xfrm>
              <a:off x="6918325" y="5462588"/>
              <a:ext cx="106363" cy="214313"/>
            </a:xfrm>
            <a:custGeom>
              <a:rect b="b" l="l" r="r" t="t"/>
              <a:pathLst>
                <a:path extrusionOk="0" h="3032" w="1485">
                  <a:moveTo>
                    <a:pt x="253" y="517"/>
                  </a:moveTo>
                  <a:cubicBezTo>
                    <a:pt x="198" y="517"/>
                    <a:pt x="145" y="485"/>
                    <a:pt x="122" y="431"/>
                  </a:cubicBezTo>
                  <a:lnTo>
                    <a:pt x="31" y="216"/>
                  </a:lnTo>
                  <a:cubicBezTo>
                    <a:pt x="0" y="144"/>
                    <a:pt x="34" y="61"/>
                    <a:pt x="106" y="31"/>
                  </a:cubicBezTo>
                  <a:cubicBezTo>
                    <a:pt x="178" y="0"/>
                    <a:pt x="261" y="33"/>
                    <a:pt x="292" y="105"/>
                  </a:cubicBezTo>
                  <a:lnTo>
                    <a:pt x="383" y="320"/>
                  </a:lnTo>
                  <a:cubicBezTo>
                    <a:pt x="414" y="392"/>
                    <a:pt x="380" y="475"/>
                    <a:pt x="308" y="506"/>
                  </a:cubicBezTo>
                  <a:cubicBezTo>
                    <a:pt x="290" y="514"/>
                    <a:pt x="271" y="517"/>
                    <a:pt x="253" y="517"/>
                  </a:cubicBezTo>
                  <a:close/>
                  <a:moveTo>
                    <a:pt x="520" y="1146"/>
                  </a:moveTo>
                  <a:cubicBezTo>
                    <a:pt x="465" y="1146"/>
                    <a:pt x="413" y="1113"/>
                    <a:pt x="390" y="1060"/>
                  </a:cubicBezTo>
                  <a:lnTo>
                    <a:pt x="299" y="845"/>
                  </a:lnTo>
                  <a:cubicBezTo>
                    <a:pt x="268" y="773"/>
                    <a:pt x="302" y="690"/>
                    <a:pt x="373" y="659"/>
                  </a:cubicBezTo>
                  <a:cubicBezTo>
                    <a:pt x="445" y="629"/>
                    <a:pt x="529" y="662"/>
                    <a:pt x="560" y="734"/>
                  </a:cubicBezTo>
                  <a:lnTo>
                    <a:pt x="651" y="949"/>
                  </a:lnTo>
                  <a:cubicBezTo>
                    <a:pt x="682" y="1020"/>
                    <a:pt x="648" y="1104"/>
                    <a:pt x="576" y="1135"/>
                  </a:cubicBezTo>
                  <a:cubicBezTo>
                    <a:pt x="558" y="1142"/>
                    <a:pt x="539" y="1146"/>
                    <a:pt x="520" y="1146"/>
                  </a:cubicBezTo>
                  <a:close/>
                  <a:moveTo>
                    <a:pt x="788" y="1775"/>
                  </a:moveTo>
                  <a:cubicBezTo>
                    <a:pt x="733" y="1775"/>
                    <a:pt x="681" y="1742"/>
                    <a:pt x="658" y="1688"/>
                  </a:cubicBezTo>
                  <a:lnTo>
                    <a:pt x="567" y="1474"/>
                  </a:lnTo>
                  <a:cubicBezTo>
                    <a:pt x="536" y="1402"/>
                    <a:pt x="570" y="1319"/>
                    <a:pt x="641" y="1288"/>
                  </a:cubicBezTo>
                  <a:cubicBezTo>
                    <a:pt x="713" y="1257"/>
                    <a:pt x="797" y="1291"/>
                    <a:pt x="827" y="1363"/>
                  </a:cubicBezTo>
                  <a:lnTo>
                    <a:pt x="919" y="1577"/>
                  </a:lnTo>
                  <a:cubicBezTo>
                    <a:pt x="949" y="1649"/>
                    <a:pt x="916" y="1732"/>
                    <a:pt x="844" y="1763"/>
                  </a:cubicBezTo>
                  <a:cubicBezTo>
                    <a:pt x="826" y="1771"/>
                    <a:pt x="807" y="1775"/>
                    <a:pt x="788" y="1775"/>
                  </a:cubicBezTo>
                  <a:close/>
                  <a:moveTo>
                    <a:pt x="1056" y="2403"/>
                  </a:moveTo>
                  <a:cubicBezTo>
                    <a:pt x="1001" y="2403"/>
                    <a:pt x="949" y="2371"/>
                    <a:pt x="926" y="2317"/>
                  </a:cubicBezTo>
                  <a:lnTo>
                    <a:pt x="834" y="2102"/>
                  </a:lnTo>
                  <a:cubicBezTo>
                    <a:pt x="804" y="2030"/>
                    <a:pt x="837" y="1947"/>
                    <a:pt x="909" y="1916"/>
                  </a:cubicBezTo>
                  <a:cubicBezTo>
                    <a:pt x="981" y="1886"/>
                    <a:pt x="1064" y="1919"/>
                    <a:pt x="1095" y="1991"/>
                  </a:cubicBezTo>
                  <a:lnTo>
                    <a:pt x="1186" y="2206"/>
                  </a:lnTo>
                  <a:cubicBezTo>
                    <a:pt x="1217" y="2278"/>
                    <a:pt x="1184" y="2361"/>
                    <a:pt x="1112" y="2392"/>
                  </a:cubicBezTo>
                  <a:cubicBezTo>
                    <a:pt x="1094" y="2400"/>
                    <a:pt x="1075" y="2403"/>
                    <a:pt x="1056" y="2403"/>
                  </a:cubicBezTo>
                  <a:close/>
                  <a:moveTo>
                    <a:pt x="1324" y="3032"/>
                  </a:moveTo>
                  <a:cubicBezTo>
                    <a:pt x="1269" y="3032"/>
                    <a:pt x="1217" y="3000"/>
                    <a:pt x="1194" y="2946"/>
                  </a:cubicBezTo>
                  <a:lnTo>
                    <a:pt x="1102" y="2731"/>
                  </a:lnTo>
                  <a:cubicBezTo>
                    <a:pt x="1071" y="2659"/>
                    <a:pt x="1105" y="2576"/>
                    <a:pt x="1177" y="2545"/>
                  </a:cubicBezTo>
                  <a:cubicBezTo>
                    <a:pt x="1249" y="2514"/>
                    <a:pt x="1332" y="2548"/>
                    <a:pt x="1363" y="2620"/>
                  </a:cubicBezTo>
                  <a:lnTo>
                    <a:pt x="1454" y="2835"/>
                  </a:lnTo>
                  <a:cubicBezTo>
                    <a:pt x="1485" y="2906"/>
                    <a:pt x="1451" y="2990"/>
                    <a:pt x="1380" y="3020"/>
                  </a:cubicBezTo>
                  <a:cubicBezTo>
                    <a:pt x="1361" y="3028"/>
                    <a:pt x="1342" y="3032"/>
                    <a:pt x="1324" y="3032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96" name="Google Shape;596;p32"/>
            <p:cNvSpPr/>
            <p:nvPr/>
          </p:nvSpPr>
          <p:spPr>
            <a:xfrm>
              <a:off x="6896100" y="5462588"/>
              <a:ext cx="50800" cy="228600"/>
            </a:xfrm>
            <a:custGeom>
              <a:rect b="b" l="l" r="r" t="t"/>
              <a:pathLst>
                <a:path extrusionOk="0" h="3229" w="733">
                  <a:moveTo>
                    <a:pt x="186" y="524"/>
                  </a:moveTo>
                  <a:cubicBezTo>
                    <a:pt x="116" y="524"/>
                    <a:pt x="56" y="474"/>
                    <a:pt x="46" y="403"/>
                  </a:cubicBezTo>
                  <a:lnTo>
                    <a:pt x="12" y="172"/>
                  </a:lnTo>
                  <a:cubicBezTo>
                    <a:pt x="0" y="95"/>
                    <a:pt x="54" y="23"/>
                    <a:pt x="131" y="12"/>
                  </a:cubicBezTo>
                  <a:cubicBezTo>
                    <a:pt x="208" y="0"/>
                    <a:pt x="281" y="54"/>
                    <a:pt x="292" y="131"/>
                  </a:cubicBezTo>
                  <a:lnTo>
                    <a:pt x="326" y="362"/>
                  </a:lnTo>
                  <a:cubicBezTo>
                    <a:pt x="337" y="440"/>
                    <a:pt x="283" y="511"/>
                    <a:pt x="206" y="523"/>
                  </a:cubicBezTo>
                  <a:cubicBezTo>
                    <a:pt x="199" y="524"/>
                    <a:pt x="193" y="524"/>
                    <a:pt x="186" y="524"/>
                  </a:cubicBezTo>
                  <a:close/>
                  <a:moveTo>
                    <a:pt x="285" y="1200"/>
                  </a:moveTo>
                  <a:cubicBezTo>
                    <a:pt x="215" y="1200"/>
                    <a:pt x="155" y="1150"/>
                    <a:pt x="145" y="1079"/>
                  </a:cubicBezTo>
                  <a:lnTo>
                    <a:pt x="111" y="848"/>
                  </a:lnTo>
                  <a:cubicBezTo>
                    <a:pt x="99" y="771"/>
                    <a:pt x="153" y="699"/>
                    <a:pt x="231" y="688"/>
                  </a:cubicBezTo>
                  <a:cubicBezTo>
                    <a:pt x="307" y="676"/>
                    <a:pt x="380" y="730"/>
                    <a:pt x="391" y="807"/>
                  </a:cubicBezTo>
                  <a:lnTo>
                    <a:pt x="425" y="1038"/>
                  </a:lnTo>
                  <a:cubicBezTo>
                    <a:pt x="436" y="1116"/>
                    <a:pt x="382" y="1188"/>
                    <a:pt x="305" y="1199"/>
                  </a:cubicBezTo>
                  <a:cubicBezTo>
                    <a:pt x="298" y="1200"/>
                    <a:pt x="291" y="1200"/>
                    <a:pt x="285" y="1200"/>
                  </a:cubicBezTo>
                  <a:close/>
                  <a:moveTo>
                    <a:pt x="384" y="1877"/>
                  </a:moveTo>
                  <a:cubicBezTo>
                    <a:pt x="314" y="1877"/>
                    <a:pt x="254" y="1826"/>
                    <a:pt x="243" y="1755"/>
                  </a:cubicBezTo>
                  <a:lnTo>
                    <a:pt x="210" y="1525"/>
                  </a:lnTo>
                  <a:cubicBezTo>
                    <a:pt x="198" y="1447"/>
                    <a:pt x="252" y="1375"/>
                    <a:pt x="329" y="1364"/>
                  </a:cubicBezTo>
                  <a:cubicBezTo>
                    <a:pt x="407" y="1353"/>
                    <a:pt x="479" y="1406"/>
                    <a:pt x="490" y="1484"/>
                  </a:cubicBezTo>
                  <a:lnTo>
                    <a:pt x="524" y="1714"/>
                  </a:lnTo>
                  <a:cubicBezTo>
                    <a:pt x="535" y="1792"/>
                    <a:pt x="482" y="1864"/>
                    <a:pt x="404" y="1875"/>
                  </a:cubicBezTo>
                  <a:cubicBezTo>
                    <a:pt x="397" y="1876"/>
                    <a:pt x="390" y="1877"/>
                    <a:pt x="384" y="1877"/>
                  </a:cubicBezTo>
                  <a:close/>
                  <a:moveTo>
                    <a:pt x="482" y="2553"/>
                  </a:moveTo>
                  <a:cubicBezTo>
                    <a:pt x="413" y="2553"/>
                    <a:pt x="353" y="2502"/>
                    <a:pt x="342" y="2432"/>
                  </a:cubicBezTo>
                  <a:lnTo>
                    <a:pt x="309" y="2201"/>
                  </a:lnTo>
                  <a:cubicBezTo>
                    <a:pt x="298" y="2123"/>
                    <a:pt x="351" y="2051"/>
                    <a:pt x="428" y="2040"/>
                  </a:cubicBezTo>
                  <a:cubicBezTo>
                    <a:pt x="506" y="2029"/>
                    <a:pt x="578" y="2082"/>
                    <a:pt x="589" y="2160"/>
                  </a:cubicBezTo>
                  <a:lnTo>
                    <a:pt x="623" y="2391"/>
                  </a:lnTo>
                  <a:cubicBezTo>
                    <a:pt x="634" y="2468"/>
                    <a:pt x="581" y="2540"/>
                    <a:pt x="503" y="2551"/>
                  </a:cubicBezTo>
                  <a:cubicBezTo>
                    <a:pt x="496" y="2552"/>
                    <a:pt x="489" y="2553"/>
                    <a:pt x="482" y="2553"/>
                  </a:cubicBezTo>
                  <a:close/>
                  <a:moveTo>
                    <a:pt x="581" y="3229"/>
                  </a:moveTo>
                  <a:cubicBezTo>
                    <a:pt x="512" y="3229"/>
                    <a:pt x="452" y="3178"/>
                    <a:pt x="441" y="3108"/>
                  </a:cubicBezTo>
                  <a:lnTo>
                    <a:pt x="408" y="2877"/>
                  </a:lnTo>
                  <a:cubicBezTo>
                    <a:pt x="396" y="2799"/>
                    <a:pt x="450" y="2727"/>
                    <a:pt x="527" y="2716"/>
                  </a:cubicBezTo>
                  <a:cubicBezTo>
                    <a:pt x="605" y="2705"/>
                    <a:pt x="677" y="2758"/>
                    <a:pt x="688" y="2836"/>
                  </a:cubicBezTo>
                  <a:lnTo>
                    <a:pt x="722" y="3067"/>
                  </a:lnTo>
                  <a:cubicBezTo>
                    <a:pt x="733" y="3144"/>
                    <a:pt x="680" y="3216"/>
                    <a:pt x="602" y="3227"/>
                  </a:cubicBezTo>
                  <a:cubicBezTo>
                    <a:pt x="595" y="3228"/>
                    <a:pt x="588" y="3229"/>
                    <a:pt x="581" y="3229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97" name="Google Shape;597;p32"/>
            <p:cNvSpPr/>
            <p:nvPr/>
          </p:nvSpPr>
          <p:spPr>
            <a:xfrm>
              <a:off x="6767513" y="5461000"/>
              <a:ext cx="103188" cy="215900"/>
            </a:xfrm>
            <a:custGeom>
              <a:rect b="b" l="l" r="r" t="t"/>
              <a:pathLst>
                <a:path extrusionOk="0" h="3037" w="1473">
                  <a:moveTo>
                    <a:pt x="1221" y="517"/>
                  </a:moveTo>
                  <a:cubicBezTo>
                    <a:pt x="1203" y="517"/>
                    <a:pt x="1184" y="514"/>
                    <a:pt x="1166" y="506"/>
                  </a:cubicBezTo>
                  <a:cubicBezTo>
                    <a:pt x="1094" y="476"/>
                    <a:pt x="1060" y="393"/>
                    <a:pt x="1090" y="321"/>
                  </a:cubicBezTo>
                  <a:lnTo>
                    <a:pt x="1181" y="106"/>
                  </a:lnTo>
                  <a:cubicBezTo>
                    <a:pt x="1212" y="34"/>
                    <a:pt x="1295" y="0"/>
                    <a:pt x="1367" y="30"/>
                  </a:cubicBezTo>
                  <a:cubicBezTo>
                    <a:pt x="1439" y="60"/>
                    <a:pt x="1473" y="144"/>
                    <a:pt x="1442" y="216"/>
                  </a:cubicBezTo>
                  <a:lnTo>
                    <a:pt x="1352" y="431"/>
                  </a:lnTo>
                  <a:cubicBezTo>
                    <a:pt x="1329" y="485"/>
                    <a:pt x="1276" y="517"/>
                    <a:pt x="1221" y="517"/>
                  </a:cubicBezTo>
                  <a:close/>
                  <a:moveTo>
                    <a:pt x="956" y="1147"/>
                  </a:moveTo>
                  <a:cubicBezTo>
                    <a:pt x="938" y="1147"/>
                    <a:pt x="919" y="1144"/>
                    <a:pt x="901" y="1136"/>
                  </a:cubicBezTo>
                  <a:cubicBezTo>
                    <a:pt x="829" y="1106"/>
                    <a:pt x="795" y="1023"/>
                    <a:pt x="826" y="951"/>
                  </a:cubicBezTo>
                  <a:lnTo>
                    <a:pt x="916" y="736"/>
                  </a:lnTo>
                  <a:cubicBezTo>
                    <a:pt x="946" y="663"/>
                    <a:pt x="1029" y="630"/>
                    <a:pt x="1102" y="660"/>
                  </a:cubicBezTo>
                  <a:cubicBezTo>
                    <a:pt x="1173" y="690"/>
                    <a:pt x="1207" y="773"/>
                    <a:pt x="1177" y="845"/>
                  </a:cubicBezTo>
                  <a:lnTo>
                    <a:pt x="1087" y="1060"/>
                  </a:lnTo>
                  <a:cubicBezTo>
                    <a:pt x="1064" y="1115"/>
                    <a:pt x="1011" y="1147"/>
                    <a:pt x="956" y="1147"/>
                  </a:cubicBezTo>
                  <a:close/>
                  <a:moveTo>
                    <a:pt x="691" y="1777"/>
                  </a:moveTo>
                  <a:cubicBezTo>
                    <a:pt x="673" y="1777"/>
                    <a:pt x="654" y="1773"/>
                    <a:pt x="636" y="1766"/>
                  </a:cubicBezTo>
                  <a:cubicBezTo>
                    <a:pt x="564" y="1736"/>
                    <a:pt x="530" y="1653"/>
                    <a:pt x="561" y="1580"/>
                  </a:cubicBezTo>
                  <a:lnTo>
                    <a:pt x="651" y="1365"/>
                  </a:lnTo>
                  <a:cubicBezTo>
                    <a:pt x="681" y="1293"/>
                    <a:pt x="764" y="1259"/>
                    <a:pt x="836" y="1290"/>
                  </a:cubicBezTo>
                  <a:cubicBezTo>
                    <a:pt x="909" y="1320"/>
                    <a:pt x="942" y="1403"/>
                    <a:pt x="912" y="1475"/>
                  </a:cubicBezTo>
                  <a:lnTo>
                    <a:pt x="822" y="1690"/>
                  </a:lnTo>
                  <a:cubicBezTo>
                    <a:pt x="799" y="1744"/>
                    <a:pt x="746" y="1777"/>
                    <a:pt x="691" y="1777"/>
                  </a:cubicBezTo>
                  <a:close/>
                  <a:moveTo>
                    <a:pt x="426" y="2407"/>
                  </a:moveTo>
                  <a:cubicBezTo>
                    <a:pt x="408" y="2407"/>
                    <a:pt x="389" y="2403"/>
                    <a:pt x="371" y="2396"/>
                  </a:cubicBezTo>
                  <a:cubicBezTo>
                    <a:pt x="299" y="2365"/>
                    <a:pt x="265" y="2282"/>
                    <a:pt x="295" y="2210"/>
                  </a:cubicBezTo>
                  <a:lnTo>
                    <a:pt x="386" y="1995"/>
                  </a:lnTo>
                  <a:cubicBezTo>
                    <a:pt x="416" y="1923"/>
                    <a:pt x="499" y="1889"/>
                    <a:pt x="571" y="1920"/>
                  </a:cubicBezTo>
                  <a:cubicBezTo>
                    <a:pt x="644" y="1950"/>
                    <a:pt x="677" y="2033"/>
                    <a:pt x="647" y="2105"/>
                  </a:cubicBezTo>
                  <a:lnTo>
                    <a:pt x="556" y="2320"/>
                  </a:lnTo>
                  <a:cubicBezTo>
                    <a:pt x="534" y="2374"/>
                    <a:pt x="481" y="2407"/>
                    <a:pt x="426" y="2407"/>
                  </a:cubicBezTo>
                  <a:close/>
                  <a:moveTo>
                    <a:pt x="161" y="3037"/>
                  </a:moveTo>
                  <a:cubicBezTo>
                    <a:pt x="142" y="3037"/>
                    <a:pt x="124" y="3033"/>
                    <a:pt x="106" y="3026"/>
                  </a:cubicBezTo>
                  <a:cubicBezTo>
                    <a:pt x="34" y="2995"/>
                    <a:pt x="0" y="2912"/>
                    <a:pt x="30" y="2840"/>
                  </a:cubicBezTo>
                  <a:lnTo>
                    <a:pt x="121" y="2625"/>
                  </a:lnTo>
                  <a:cubicBezTo>
                    <a:pt x="151" y="2553"/>
                    <a:pt x="234" y="2519"/>
                    <a:pt x="306" y="2549"/>
                  </a:cubicBezTo>
                  <a:cubicBezTo>
                    <a:pt x="378" y="2580"/>
                    <a:pt x="412" y="2663"/>
                    <a:pt x="382" y="2735"/>
                  </a:cubicBezTo>
                  <a:lnTo>
                    <a:pt x="291" y="2950"/>
                  </a:lnTo>
                  <a:cubicBezTo>
                    <a:pt x="268" y="3004"/>
                    <a:pt x="216" y="3037"/>
                    <a:pt x="161" y="303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98" name="Google Shape;598;p32"/>
            <p:cNvSpPr/>
            <p:nvPr/>
          </p:nvSpPr>
          <p:spPr>
            <a:xfrm>
              <a:off x="6835775" y="5462588"/>
              <a:ext cx="57150" cy="227013"/>
            </a:xfrm>
            <a:custGeom>
              <a:rect b="b" l="l" r="r" t="t"/>
              <a:pathLst>
                <a:path extrusionOk="0" h="3217" w="814">
                  <a:moveTo>
                    <a:pt x="621" y="524"/>
                  </a:moveTo>
                  <a:cubicBezTo>
                    <a:pt x="613" y="524"/>
                    <a:pt x="605" y="524"/>
                    <a:pt x="597" y="522"/>
                  </a:cubicBezTo>
                  <a:cubicBezTo>
                    <a:pt x="520" y="509"/>
                    <a:pt x="468" y="436"/>
                    <a:pt x="481" y="358"/>
                  </a:cubicBezTo>
                  <a:lnTo>
                    <a:pt x="522" y="129"/>
                  </a:lnTo>
                  <a:cubicBezTo>
                    <a:pt x="535" y="52"/>
                    <a:pt x="608" y="0"/>
                    <a:pt x="685" y="13"/>
                  </a:cubicBezTo>
                  <a:cubicBezTo>
                    <a:pt x="762" y="27"/>
                    <a:pt x="814" y="100"/>
                    <a:pt x="801" y="177"/>
                  </a:cubicBezTo>
                  <a:lnTo>
                    <a:pt x="761" y="407"/>
                  </a:lnTo>
                  <a:cubicBezTo>
                    <a:pt x="749" y="476"/>
                    <a:pt x="689" y="524"/>
                    <a:pt x="621" y="524"/>
                  </a:cubicBezTo>
                  <a:close/>
                  <a:moveTo>
                    <a:pt x="504" y="1198"/>
                  </a:moveTo>
                  <a:cubicBezTo>
                    <a:pt x="496" y="1198"/>
                    <a:pt x="488" y="1197"/>
                    <a:pt x="480" y="1196"/>
                  </a:cubicBezTo>
                  <a:cubicBezTo>
                    <a:pt x="403" y="1182"/>
                    <a:pt x="351" y="1109"/>
                    <a:pt x="365" y="1032"/>
                  </a:cubicBezTo>
                  <a:lnTo>
                    <a:pt x="404" y="802"/>
                  </a:lnTo>
                  <a:cubicBezTo>
                    <a:pt x="418" y="725"/>
                    <a:pt x="491" y="673"/>
                    <a:pt x="568" y="686"/>
                  </a:cubicBezTo>
                  <a:cubicBezTo>
                    <a:pt x="646" y="700"/>
                    <a:pt x="697" y="773"/>
                    <a:pt x="684" y="850"/>
                  </a:cubicBezTo>
                  <a:lnTo>
                    <a:pt x="644" y="1080"/>
                  </a:lnTo>
                  <a:cubicBezTo>
                    <a:pt x="632" y="1149"/>
                    <a:pt x="572" y="1198"/>
                    <a:pt x="504" y="1198"/>
                  </a:cubicBezTo>
                  <a:close/>
                  <a:moveTo>
                    <a:pt x="387" y="1871"/>
                  </a:moveTo>
                  <a:cubicBezTo>
                    <a:pt x="379" y="1871"/>
                    <a:pt x="371" y="1870"/>
                    <a:pt x="363" y="1869"/>
                  </a:cubicBezTo>
                  <a:cubicBezTo>
                    <a:pt x="286" y="1855"/>
                    <a:pt x="234" y="1782"/>
                    <a:pt x="248" y="1705"/>
                  </a:cubicBezTo>
                  <a:lnTo>
                    <a:pt x="288" y="1475"/>
                  </a:lnTo>
                  <a:cubicBezTo>
                    <a:pt x="301" y="1398"/>
                    <a:pt x="374" y="1347"/>
                    <a:pt x="452" y="1360"/>
                  </a:cubicBezTo>
                  <a:cubicBezTo>
                    <a:pt x="528" y="1373"/>
                    <a:pt x="580" y="1446"/>
                    <a:pt x="567" y="1524"/>
                  </a:cubicBezTo>
                  <a:lnTo>
                    <a:pt x="527" y="1753"/>
                  </a:lnTo>
                  <a:cubicBezTo>
                    <a:pt x="515" y="1822"/>
                    <a:pt x="455" y="1871"/>
                    <a:pt x="387" y="1871"/>
                  </a:cubicBezTo>
                  <a:close/>
                  <a:moveTo>
                    <a:pt x="270" y="2544"/>
                  </a:moveTo>
                  <a:cubicBezTo>
                    <a:pt x="262" y="2544"/>
                    <a:pt x="254" y="2543"/>
                    <a:pt x="246" y="2542"/>
                  </a:cubicBezTo>
                  <a:cubicBezTo>
                    <a:pt x="169" y="2528"/>
                    <a:pt x="117" y="2455"/>
                    <a:pt x="131" y="2378"/>
                  </a:cubicBezTo>
                  <a:lnTo>
                    <a:pt x="171" y="2148"/>
                  </a:lnTo>
                  <a:cubicBezTo>
                    <a:pt x="184" y="2071"/>
                    <a:pt x="257" y="2020"/>
                    <a:pt x="334" y="2033"/>
                  </a:cubicBezTo>
                  <a:cubicBezTo>
                    <a:pt x="411" y="2046"/>
                    <a:pt x="463" y="2120"/>
                    <a:pt x="450" y="2197"/>
                  </a:cubicBezTo>
                  <a:lnTo>
                    <a:pt x="410" y="2427"/>
                  </a:lnTo>
                  <a:cubicBezTo>
                    <a:pt x="398" y="2495"/>
                    <a:pt x="338" y="2544"/>
                    <a:pt x="270" y="2544"/>
                  </a:cubicBezTo>
                  <a:close/>
                  <a:moveTo>
                    <a:pt x="154" y="3217"/>
                  </a:moveTo>
                  <a:cubicBezTo>
                    <a:pt x="145" y="3217"/>
                    <a:pt x="137" y="3217"/>
                    <a:pt x="129" y="3215"/>
                  </a:cubicBezTo>
                  <a:cubicBezTo>
                    <a:pt x="52" y="3202"/>
                    <a:pt x="0" y="3129"/>
                    <a:pt x="14" y="3051"/>
                  </a:cubicBezTo>
                  <a:lnTo>
                    <a:pt x="54" y="2822"/>
                  </a:lnTo>
                  <a:cubicBezTo>
                    <a:pt x="67" y="2744"/>
                    <a:pt x="140" y="2693"/>
                    <a:pt x="217" y="2706"/>
                  </a:cubicBezTo>
                  <a:cubicBezTo>
                    <a:pt x="295" y="2720"/>
                    <a:pt x="346" y="2793"/>
                    <a:pt x="333" y="2870"/>
                  </a:cubicBezTo>
                  <a:lnTo>
                    <a:pt x="293" y="3100"/>
                  </a:lnTo>
                  <a:cubicBezTo>
                    <a:pt x="281" y="3169"/>
                    <a:pt x="221" y="3217"/>
                    <a:pt x="154" y="321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99" name="Google Shape;599;p32"/>
            <p:cNvSpPr/>
            <p:nvPr/>
          </p:nvSpPr>
          <p:spPr>
            <a:xfrm>
              <a:off x="7334250" y="5537200"/>
              <a:ext cx="38100" cy="38100"/>
            </a:xfrm>
            <a:custGeom>
              <a:rect b="b" l="l" r="r" t="t"/>
              <a:pathLst>
                <a:path extrusionOk="0" h="554" w="530">
                  <a:moveTo>
                    <a:pt x="159" y="554"/>
                  </a:moveTo>
                  <a:cubicBezTo>
                    <a:pt x="127" y="554"/>
                    <a:pt x="94" y="543"/>
                    <a:pt x="68" y="521"/>
                  </a:cubicBezTo>
                  <a:cubicBezTo>
                    <a:pt x="8" y="470"/>
                    <a:pt x="0" y="381"/>
                    <a:pt x="50" y="321"/>
                  </a:cubicBezTo>
                  <a:lnTo>
                    <a:pt x="262" y="68"/>
                  </a:lnTo>
                  <a:cubicBezTo>
                    <a:pt x="313" y="8"/>
                    <a:pt x="402" y="0"/>
                    <a:pt x="462" y="51"/>
                  </a:cubicBezTo>
                  <a:cubicBezTo>
                    <a:pt x="522" y="101"/>
                    <a:pt x="530" y="190"/>
                    <a:pt x="479" y="250"/>
                  </a:cubicBezTo>
                  <a:lnTo>
                    <a:pt x="267" y="503"/>
                  </a:lnTo>
                  <a:cubicBezTo>
                    <a:pt x="239" y="537"/>
                    <a:pt x="199" y="554"/>
                    <a:pt x="159" y="554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00" name="Google Shape;600;p32"/>
            <p:cNvSpPr/>
            <p:nvPr/>
          </p:nvSpPr>
          <p:spPr>
            <a:xfrm>
              <a:off x="7334250" y="5573713"/>
              <a:ext cx="38100" cy="38100"/>
            </a:xfrm>
            <a:custGeom>
              <a:rect b="b" l="l" r="r" t="t"/>
              <a:pathLst>
                <a:path extrusionOk="0" h="553" w="530">
                  <a:moveTo>
                    <a:pt x="159" y="553"/>
                  </a:moveTo>
                  <a:cubicBezTo>
                    <a:pt x="127" y="553"/>
                    <a:pt x="94" y="543"/>
                    <a:pt x="68" y="520"/>
                  </a:cubicBezTo>
                  <a:cubicBezTo>
                    <a:pt x="8" y="470"/>
                    <a:pt x="0" y="380"/>
                    <a:pt x="50" y="321"/>
                  </a:cubicBezTo>
                  <a:lnTo>
                    <a:pt x="262" y="68"/>
                  </a:lnTo>
                  <a:cubicBezTo>
                    <a:pt x="313" y="8"/>
                    <a:pt x="402" y="0"/>
                    <a:pt x="462" y="50"/>
                  </a:cubicBezTo>
                  <a:cubicBezTo>
                    <a:pt x="522" y="100"/>
                    <a:pt x="530" y="190"/>
                    <a:pt x="480" y="250"/>
                  </a:cubicBezTo>
                  <a:lnTo>
                    <a:pt x="267" y="503"/>
                  </a:lnTo>
                  <a:cubicBezTo>
                    <a:pt x="239" y="536"/>
                    <a:pt x="199" y="553"/>
                    <a:pt x="159" y="553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01" name="Google Shape;601;p32"/>
            <p:cNvSpPr/>
            <p:nvPr/>
          </p:nvSpPr>
          <p:spPr>
            <a:xfrm>
              <a:off x="7334250" y="5610225"/>
              <a:ext cx="36513" cy="39688"/>
            </a:xfrm>
            <a:custGeom>
              <a:rect b="b" l="l" r="r" t="t"/>
              <a:pathLst>
                <a:path extrusionOk="0" h="553" w="530">
                  <a:moveTo>
                    <a:pt x="159" y="553"/>
                  </a:moveTo>
                  <a:cubicBezTo>
                    <a:pt x="126" y="553"/>
                    <a:pt x="94" y="542"/>
                    <a:pt x="68" y="520"/>
                  </a:cubicBezTo>
                  <a:cubicBezTo>
                    <a:pt x="8" y="470"/>
                    <a:pt x="0" y="380"/>
                    <a:pt x="50" y="320"/>
                  </a:cubicBezTo>
                  <a:lnTo>
                    <a:pt x="262" y="67"/>
                  </a:lnTo>
                  <a:cubicBezTo>
                    <a:pt x="313" y="7"/>
                    <a:pt x="402" y="0"/>
                    <a:pt x="462" y="50"/>
                  </a:cubicBezTo>
                  <a:cubicBezTo>
                    <a:pt x="522" y="100"/>
                    <a:pt x="530" y="189"/>
                    <a:pt x="479" y="249"/>
                  </a:cubicBezTo>
                  <a:lnTo>
                    <a:pt x="267" y="502"/>
                  </a:lnTo>
                  <a:cubicBezTo>
                    <a:pt x="239" y="536"/>
                    <a:pt x="199" y="553"/>
                    <a:pt x="159" y="553"/>
                  </a:cubicBezTo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02" name="Google Shape;602;p32"/>
            <p:cNvSpPr/>
            <p:nvPr/>
          </p:nvSpPr>
          <p:spPr>
            <a:xfrm>
              <a:off x="7334250" y="5646738"/>
              <a:ext cx="36513" cy="39688"/>
            </a:xfrm>
            <a:custGeom>
              <a:rect b="b" l="l" r="r" t="t"/>
              <a:pathLst>
                <a:path extrusionOk="0" h="554" w="530">
                  <a:moveTo>
                    <a:pt x="159" y="554"/>
                  </a:moveTo>
                  <a:cubicBezTo>
                    <a:pt x="126" y="554"/>
                    <a:pt x="94" y="543"/>
                    <a:pt x="68" y="520"/>
                  </a:cubicBezTo>
                  <a:cubicBezTo>
                    <a:pt x="7" y="470"/>
                    <a:pt x="0" y="381"/>
                    <a:pt x="50" y="321"/>
                  </a:cubicBezTo>
                  <a:lnTo>
                    <a:pt x="262" y="68"/>
                  </a:lnTo>
                  <a:cubicBezTo>
                    <a:pt x="313" y="8"/>
                    <a:pt x="402" y="0"/>
                    <a:pt x="462" y="50"/>
                  </a:cubicBezTo>
                  <a:cubicBezTo>
                    <a:pt x="522" y="101"/>
                    <a:pt x="530" y="190"/>
                    <a:pt x="479" y="250"/>
                  </a:cubicBezTo>
                  <a:lnTo>
                    <a:pt x="267" y="503"/>
                  </a:lnTo>
                  <a:cubicBezTo>
                    <a:pt x="239" y="536"/>
                    <a:pt x="199" y="554"/>
                    <a:pt x="159" y="554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03" name="Google Shape;603;p32"/>
            <p:cNvSpPr/>
            <p:nvPr/>
          </p:nvSpPr>
          <p:spPr>
            <a:xfrm>
              <a:off x="7086600" y="5526088"/>
              <a:ext cx="38100" cy="39688"/>
            </a:xfrm>
            <a:custGeom>
              <a:rect b="b" l="l" r="r" t="t"/>
              <a:pathLst>
                <a:path extrusionOk="0" h="554" w="530">
                  <a:moveTo>
                    <a:pt x="159" y="554"/>
                  </a:moveTo>
                  <a:cubicBezTo>
                    <a:pt x="127" y="554"/>
                    <a:pt x="94" y="543"/>
                    <a:pt x="68" y="520"/>
                  </a:cubicBezTo>
                  <a:cubicBezTo>
                    <a:pt x="8" y="470"/>
                    <a:pt x="0" y="381"/>
                    <a:pt x="50" y="321"/>
                  </a:cubicBezTo>
                  <a:lnTo>
                    <a:pt x="263" y="68"/>
                  </a:lnTo>
                  <a:cubicBezTo>
                    <a:pt x="313" y="8"/>
                    <a:pt x="402" y="0"/>
                    <a:pt x="462" y="50"/>
                  </a:cubicBezTo>
                  <a:cubicBezTo>
                    <a:pt x="522" y="101"/>
                    <a:pt x="530" y="190"/>
                    <a:pt x="480" y="250"/>
                  </a:cubicBezTo>
                  <a:lnTo>
                    <a:pt x="267" y="503"/>
                  </a:lnTo>
                  <a:cubicBezTo>
                    <a:pt x="239" y="537"/>
                    <a:pt x="199" y="554"/>
                    <a:pt x="159" y="554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04" name="Google Shape;604;p32"/>
            <p:cNvSpPr/>
            <p:nvPr/>
          </p:nvSpPr>
          <p:spPr>
            <a:xfrm>
              <a:off x="7086600" y="5562600"/>
              <a:ext cx="38100" cy="39688"/>
            </a:xfrm>
            <a:custGeom>
              <a:rect b="b" l="l" r="r" t="t"/>
              <a:pathLst>
                <a:path extrusionOk="0" h="553" w="530">
                  <a:moveTo>
                    <a:pt x="159" y="553"/>
                  </a:moveTo>
                  <a:cubicBezTo>
                    <a:pt x="127" y="553"/>
                    <a:pt x="94" y="542"/>
                    <a:pt x="68" y="520"/>
                  </a:cubicBezTo>
                  <a:cubicBezTo>
                    <a:pt x="8" y="470"/>
                    <a:pt x="0" y="380"/>
                    <a:pt x="50" y="321"/>
                  </a:cubicBezTo>
                  <a:lnTo>
                    <a:pt x="263" y="68"/>
                  </a:lnTo>
                  <a:cubicBezTo>
                    <a:pt x="313" y="8"/>
                    <a:pt x="402" y="0"/>
                    <a:pt x="462" y="50"/>
                  </a:cubicBezTo>
                  <a:cubicBezTo>
                    <a:pt x="522" y="100"/>
                    <a:pt x="530" y="190"/>
                    <a:pt x="480" y="250"/>
                  </a:cubicBezTo>
                  <a:lnTo>
                    <a:pt x="267" y="503"/>
                  </a:lnTo>
                  <a:cubicBezTo>
                    <a:pt x="239" y="536"/>
                    <a:pt x="199" y="553"/>
                    <a:pt x="159" y="553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05" name="Google Shape;605;p32"/>
            <p:cNvSpPr/>
            <p:nvPr/>
          </p:nvSpPr>
          <p:spPr>
            <a:xfrm>
              <a:off x="7086600" y="5599113"/>
              <a:ext cx="38100" cy="39688"/>
            </a:xfrm>
            <a:custGeom>
              <a:rect b="b" l="l" r="r" t="t"/>
              <a:pathLst>
                <a:path extrusionOk="0" h="554" w="530">
                  <a:moveTo>
                    <a:pt x="158" y="554"/>
                  </a:moveTo>
                  <a:cubicBezTo>
                    <a:pt x="126" y="554"/>
                    <a:pt x="94" y="543"/>
                    <a:pt x="68" y="521"/>
                  </a:cubicBezTo>
                  <a:cubicBezTo>
                    <a:pt x="8" y="471"/>
                    <a:pt x="0" y="381"/>
                    <a:pt x="50" y="321"/>
                  </a:cubicBezTo>
                  <a:lnTo>
                    <a:pt x="262" y="68"/>
                  </a:lnTo>
                  <a:cubicBezTo>
                    <a:pt x="312" y="8"/>
                    <a:pt x="402" y="0"/>
                    <a:pt x="462" y="51"/>
                  </a:cubicBezTo>
                  <a:cubicBezTo>
                    <a:pt x="522" y="101"/>
                    <a:pt x="530" y="190"/>
                    <a:pt x="479" y="250"/>
                  </a:cubicBezTo>
                  <a:lnTo>
                    <a:pt x="267" y="503"/>
                  </a:lnTo>
                  <a:cubicBezTo>
                    <a:pt x="239" y="537"/>
                    <a:pt x="199" y="554"/>
                    <a:pt x="158" y="554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06" name="Google Shape;606;p32"/>
            <p:cNvSpPr/>
            <p:nvPr/>
          </p:nvSpPr>
          <p:spPr>
            <a:xfrm>
              <a:off x="7086600" y="5635625"/>
              <a:ext cx="36513" cy="39688"/>
            </a:xfrm>
            <a:custGeom>
              <a:rect b="b" l="l" r="r" t="t"/>
              <a:pathLst>
                <a:path extrusionOk="0" h="554" w="530">
                  <a:moveTo>
                    <a:pt x="159" y="554"/>
                  </a:moveTo>
                  <a:cubicBezTo>
                    <a:pt x="127" y="554"/>
                    <a:pt x="95" y="543"/>
                    <a:pt x="68" y="521"/>
                  </a:cubicBezTo>
                  <a:cubicBezTo>
                    <a:pt x="8" y="470"/>
                    <a:pt x="0" y="381"/>
                    <a:pt x="51" y="321"/>
                  </a:cubicBezTo>
                  <a:lnTo>
                    <a:pt x="263" y="68"/>
                  </a:lnTo>
                  <a:cubicBezTo>
                    <a:pt x="313" y="8"/>
                    <a:pt x="403" y="0"/>
                    <a:pt x="463" y="51"/>
                  </a:cubicBezTo>
                  <a:cubicBezTo>
                    <a:pt x="522" y="101"/>
                    <a:pt x="530" y="190"/>
                    <a:pt x="480" y="250"/>
                  </a:cubicBezTo>
                  <a:lnTo>
                    <a:pt x="268" y="503"/>
                  </a:lnTo>
                  <a:cubicBezTo>
                    <a:pt x="240" y="537"/>
                    <a:pt x="200" y="554"/>
                    <a:pt x="159" y="554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sp>
        <p:nvSpPr>
          <p:cNvPr id="607" name="Google Shape;607;p32"/>
          <p:cNvSpPr txBox="1"/>
          <p:nvPr>
            <p:ph type="title"/>
          </p:nvPr>
        </p:nvSpPr>
        <p:spPr>
          <a:xfrm>
            <a:off x="299903" y="-10645"/>
            <a:ext cx="1193358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b="1" lang="en-IN" sz="4400">
                <a:solidFill>
                  <a:srgbClr val="33473C"/>
                </a:solidFill>
                <a:latin typeface="Georgia"/>
                <a:ea typeface="Georgia"/>
                <a:cs typeface="Georgia"/>
                <a:sym typeface="Georgia"/>
              </a:rPr>
              <a:t>Examples of Convergence – Pomegranate</a:t>
            </a:r>
            <a:endParaRPr>
              <a:solidFill>
                <a:srgbClr val="33473C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descr="Pomegranate Design | Pomegranate Pattern in Antique Oriental Rugs" id="608" name="Google Shape;608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flipH="1">
            <a:off x="10300214" y="2704316"/>
            <a:ext cx="1775902" cy="1111792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32"/>
          <p:cNvSpPr/>
          <p:nvPr/>
        </p:nvSpPr>
        <p:spPr>
          <a:xfrm>
            <a:off x="1905600" y="6172500"/>
            <a:ext cx="20154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8D8D8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Resource Provisions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10" name="Google Shape;610;p32"/>
          <p:cNvSpPr/>
          <p:nvPr/>
        </p:nvSpPr>
        <p:spPr>
          <a:xfrm>
            <a:off x="3920975" y="6172500"/>
            <a:ext cx="21312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8D8D8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Convergence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11" name="Google Shape;611;p32"/>
          <p:cNvSpPr/>
          <p:nvPr/>
        </p:nvSpPr>
        <p:spPr>
          <a:xfrm>
            <a:off x="6033875" y="6172500"/>
            <a:ext cx="18879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1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Examples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12" name="Google Shape;612;p32"/>
          <p:cNvSpPr/>
          <p:nvPr/>
        </p:nvSpPr>
        <p:spPr>
          <a:xfrm>
            <a:off x="7870438" y="6172500"/>
            <a:ext cx="24348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Questions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33"/>
          <p:cNvSpPr/>
          <p:nvPr/>
        </p:nvSpPr>
        <p:spPr>
          <a:xfrm>
            <a:off x="553146" y="2341786"/>
            <a:ext cx="11029254" cy="22159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00"/>
              <a:buFont typeface="Arial"/>
              <a:buNone/>
            </a:pPr>
            <a:r>
              <a:rPr b="1" i="0" lang="en-IN" sz="13800" u="none" cap="none" strike="noStrike">
                <a:solidFill>
                  <a:srgbClr val="33473C"/>
                </a:solidFill>
                <a:latin typeface="Georgia"/>
                <a:ea typeface="Georgia"/>
                <a:cs typeface="Georgia"/>
                <a:sym typeface="Georgia"/>
              </a:rPr>
              <a:t>Thank you</a:t>
            </a:r>
            <a:endParaRPr b="0" i="0" sz="1200" u="none" cap="none" strike="noStrike">
              <a:solidFill>
                <a:srgbClr val="33473C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34"/>
          <p:cNvSpPr txBox="1"/>
          <p:nvPr>
            <p:ph type="title"/>
          </p:nvPr>
        </p:nvSpPr>
        <p:spPr>
          <a:xfrm>
            <a:off x="308369" y="-153921"/>
            <a:ext cx="11578800" cy="88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r>
              <a:rPr b="1" lang="en-IN" sz="4000">
                <a:latin typeface="Georgia"/>
                <a:ea typeface="Georgia"/>
                <a:cs typeface="Georgia"/>
                <a:sym typeface="Georgia"/>
              </a:rPr>
              <a:t>MGNREGS Convergence</a:t>
            </a:r>
            <a:endParaRPr sz="4000"/>
          </a:p>
        </p:txBody>
      </p:sp>
      <p:sp>
        <p:nvSpPr>
          <p:cNvPr id="623" name="Google Shape;623;p34"/>
          <p:cNvSpPr txBox="1"/>
          <p:nvPr>
            <p:ph idx="1" type="body"/>
          </p:nvPr>
        </p:nvSpPr>
        <p:spPr>
          <a:xfrm>
            <a:off x="308343" y="1254643"/>
            <a:ext cx="11578855" cy="48909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graphicFrame>
        <p:nvGraphicFramePr>
          <p:cNvPr id="624" name="Google Shape;624;p34"/>
          <p:cNvGraphicFramePr/>
          <p:nvPr/>
        </p:nvGraphicFramePr>
        <p:xfrm>
          <a:off x="306577" y="72898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{30BB5FD3-C5EB-41B4-BEBA-B970E20FB061}</a:tableStyleId>
              </a:tblPr>
              <a:tblGrid>
                <a:gridCol w="1151850"/>
                <a:gridCol w="10427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/>
                        <a:t>Dep.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/>
                        <a:t>Works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/>
                        <a:t>MGNREGS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IN" sz="1800" u="none" cap="none" strike="noStrike"/>
                        <a:t>Category A : Public Works Relating to Natural Resources Management</a:t>
                      </a:r>
                      <a:endParaRPr sz="1400" u="none" cap="none" strike="noStrike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IN" sz="1800" u="none" cap="none" strike="noStrike"/>
                        <a:t>Water conservation and water harvesting structures.</a:t>
                      </a:r>
                      <a:endParaRPr sz="1400" u="none" cap="none" strike="noStrike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IN" sz="1800" u="none" cap="none" strike="noStrike"/>
                        <a:t>Watershed management: contour trenches, terracing, contour bunds, boulder checks, gabion structures.</a:t>
                      </a:r>
                      <a:endParaRPr sz="1400" u="none" cap="none" strike="noStrike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IN" sz="1800" u="none" cap="none" strike="noStrike"/>
                        <a:t>Micro and minor irrigation works and creation, renovation and maintenance of irrigation canals and drains.</a:t>
                      </a:r>
                      <a:endParaRPr sz="1400" u="none" cap="none" strike="noStrike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IN" sz="1800" u="none" cap="none" strike="noStrike"/>
                        <a:t>Renovation of traditional water bodies.</a:t>
                      </a:r>
                      <a:endParaRPr sz="1400" u="none" cap="none" strike="noStrike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IN" sz="1800" u="none" cap="none" strike="noStrike"/>
                        <a:t>Afforestation, tree plantation and horticulture in common and forest lands.</a:t>
                      </a:r>
                      <a:endParaRPr sz="1400" u="none" cap="none" strike="noStrike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IN" sz="1800" u="none" cap="none" strike="noStrike"/>
                        <a:t>Land development works in common land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IN" sz="1800" u="none" cap="none" strike="noStrike"/>
                        <a:t>Category B : Individual Assets for Vulnerable Sections (Only for Households in Paragraph 5 of Schedule I)</a:t>
                      </a:r>
                      <a:endParaRPr sz="1400" u="none" cap="none" strike="noStrike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IN" sz="1800" u="none" cap="none" strike="noStrike"/>
                        <a:t>infrastructure for irrigation including dug wells, farm ponds and other water harvesting structures.</a:t>
                      </a:r>
                      <a:endParaRPr sz="1400" u="none" cap="none" strike="noStrike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IN" sz="1800" u="none" cap="none" strike="noStrike"/>
                        <a:t>Improving livelihoods through horticulture, sericulture, plantation, and farm forestry.</a:t>
                      </a:r>
                      <a:endParaRPr sz="1400" u="none" cap="none" strike="noStrike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IN" sz="1800" u="none" cap="none" strike="noStrike"/>
                        <a:t>Livestock Promotion: poultry, goat, piggery, and cattle shelter and fodder troughs for cattle.</a:t>
                      </a:r>
                      <a:endParaRPr sz="1400" u="none" cap="none" strike="noStrike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IN" sz="1800" u="none" cap="none" strike="noStrike"/>
                        <a:t>Promotion of fisheries such as, fish drying yards, storage facilities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IN" sz="1800" u="none" cap="none" strike="noStrike"/>
                        <a:t>Category C : Common Infrastructure for DAY -NRLM Compliant Self-Help Groups</a:t>
                      </a:r>
                      <a:endParaRPr sz="1400" u="none" cap="none" strike="noStrike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IN" sz="1800" u="none" cap="none" strike="noStrike"/>
                        <a:t>Common worksheds for livelihood activities of self-help groups. (ANG, Nursery, etc.)</a:t>
                      </a:r>
                      <a:endParaRPr sz="1400" u="none" cap="none" strike="noStrike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IN" sz="1800" u="none" cap="none" strike="noStrike"/>
                        <a:t>infrastructure for bio-fertilisers and post-harvest facilities including pucca storage facilities for agricultural produce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IN" sz="1800" u="none" cap="none" strike="noStrike"/>
                        <a:t>Category D : Rural Infrastructure</a:t>
                      </a:r>
                      <a:endParaRPr sz="1400" u="none" cap="none" strike="noStrike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IN" sz="1800" u="none" cap="none" strike="noStrike"/>
                        <a:t>Construction of buildings for women self-help groups’ federations.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625" name="Google Shape;625;p34">
            <a:hlinkClick action="ppaction://hlinksldjump" r:id="rId3"/>
          </p:cNvPr>
          <p:cNvSpPr/>
          <p:nvPr/>
        </p:nvSpPr>
        <p:spPr>
          <a:xfrm>
            <a:off x="10013430" y="159895"/>
            <a:ext cx="1870200" cy="7050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6F94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34"/>
          <p:cNvSpPr/>
          <p:nvPr/>
        </p:nvSpPr>
        <p:spPr>
          <a:xfrm>
            <a:off x="1905600" y="6172500"/>
            <a:ext cx="20154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8D8D8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Resource Provisions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27" name="Google Shape;627;p34"/>
          <p:cNvSpPr/>
          <p:nvPr/>
        </p:nvSpPr>
        <p:spPr>
          <a:xfrm>
            <a:off x="3920975" y="6172500"/>
            <a:ext cx="21312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1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Convergence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28" name="Google Shape;628;p34"/>
          <p:cNvSpPr/>
          <p:nvPr/>
        </p:nvSpPr>
        <p:spPr>
          <a:xfrm>
            <a:off x="6033875" y="6172500"/>
            <a:ext cx="18879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Examples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29" name="Google Shape;629;p34"/>
          <p:cNvSpPr/>
          <p:nvPr/>
        </p:nvSpPr>
        <p:spPr>
          <a:xfrm>
            <a:off x="7870438" y="6172500"/>
            <a:ext cx="24348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Questions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35"/>
          <p:cNvSpPr/>
          <p:nvPr/>
        </p:nvSpPr>
        <p:spPr>
          <a:xfrm>
            <a:off x="581373" y="299626"/>
            <a:ext cx="11029200" cy="15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en-IN" sz="9600" u="none" cap="none" strike="noStrike">
                <a:solidFill>
                  <a:srgbClr val="33473C"/>
                </a:solidFill>
                <a:latin typeface="Georgia"/>
                <a:ea typeface="Georgia"/>
                <a:cs typeface="Georgia"/>
                <a:sym typeface="Georgia"/>
              </a:rPr>
              <a:t>Questions</a:t>
            </a:r>
            <a:endParaRPr b="0" i="0" sz="1400" u="none" cap="none" strike="noStrike">
              <a:solidFill>
                <a:srgbClr val="33473C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35" name="Google Shape;635;p35"/>
          <p:cNvSpPr txBox="1"/>
          <p:nvPr/>
        </p:nvSpPr>
        <p:spPr>
          <a:xfrm>
            <a:off x="581373" y="1999488"/>
            <a:ext cx="111534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Q.1. Name the Scheme that provides financial assistance for Poultry Shed/ Goat Shed/ Cattle Shed etc?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Q.2. If you want to buy a Irrigation Pump, which Department can be approached?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Q.4. If you want to take loan for small enterprise, through which scheme you can apply for?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Q.5. Under Which scheme cold chain infrastructure can be created? 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36" name="Google Shape;636;p35"/>
          <p:cNvSpPr/>
          <p:nvPr/>
        </p:nvSpPr>
        <p:spPr>
          <a:xfrm>
            <a:off x="1905600" y="6172500"/>
            <a:ext cx="20154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8D8D8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Resource Provisions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37" name="Google Shape;637;p35"/>
          <p:cNvSpPr/>
          <p:nvPr/>
        </p:nvSpPr>
        <p:spPr>
          <a:xfrm>
            <a:off x="3920975" y="6172500"/>
            <a:ext cx="21312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8D8D8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Convergence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38" name="Google Shape;638;p35"/>
          <p:cNvSpPr/>
          <p:nvPr/>
        </p:nvSpPr>
        <p:spPr>
          <a:xfrm>
            <a:off x="6033875" y="6172500"/>
            <a:ext cx="18879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Examples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39" name="Google Shape;639;p35"/>
          <p:cNvSpPr/>
          <p:nvPr/>
        </p:nvSpPr>
        <p:spPr>
          <a:xfrm>
            <a:off x="7870438" y="6172500"/>
            <a:ext cx="24348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1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Questions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36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Schemes for livelihood convergence with line departments</a:t>
            </a:r>
            <a:endParaRPr/>
          </a:p>
        </p:txBody>
      </p:sp>
      <p:sp>
        <p:nvSpPr>
          <p:cNvPr id="646" name="Google Shape;646;p36"/>
          <p:cNvSpPr txBox="1"/>
          <p:nvPr>
            <p:ph idx="1" type="body"/>
          </p:nvPr>
        </p:nvSpPr>
        <p:spPr>
          <a:xfrm>
            <a:off x="1097280" y="1845734"/>
            <a:ext cx="10058400" cy="40233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 fontScale="85000" lnSpcReduction="20000"/>
          </a:bodyPr>
          <a:lstStyle/>
          <a:p>
            <a:pPr indent="-3635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ct val="100000"/>
              <a:buFont typeface="Arial"/>
              <a:buChar char="●"/>
            </a:pPr>
            <a:r>
              <a:rPr lang="en-IN" sz="2500">
                <a:solidFill>
                  <a:srgbClr val="202124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National Beekeeping and Honey Mission- Providing support to bee keepers by providing them assets </a:t>
            </a:r>
            <a:endParaRPr sz="2500">
              <a:solidFill>
                <a:srgbClr val="202124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635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ct val="100000"/>
              <a:buFont typeface="Arial"/>
              <a:buChar char="●"/>
            </a:pPr>
            <a:r>
              <a:rPr lang="en-IN" sz="2500">
                <a:solidFill>
                  <a:srgbClr val="202124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Pradhan Mantri Krishi Sinchai Yojana- Support different forms of irrigation including drip irrigation, sprinkler etc for farming</a:t>
            </a:r>
            <a:endParaRPr sz="2500">
              <a:solidFill>
                <a:srgbClr val="202124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635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ct val="100000"/>
              <a:buFont typeface="Arial"/>
              <a:buChar char="●"/>
            </a:pPr>
            <a:r>
              <a:rPr lang="en-IN" sz="2500">
                <a:solidFill>
                  <a:srgbClr val="202124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Pradhan mantri matsya sampadana yojana- support fishery intervention</a:t>
            </a:r>
            <a:endParaRPr sz="2500">
              <a:solidFill>
                <a:srgbClr val="202124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635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ct val="100000"/>
              <a:buFont typeface="Arial"/>
              <a:buChar char="●"/>
            </a:pPr>
            <a:r>
              <a:rPr lang="en-IN" sz="2500">
                <a:solidFill>
                  <a:srgbClr val="202124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KCC for animal husbandry and fisheries- upto 3 lakh credit as working capital in dairy and fisheries</a:t>
            </a:r>
            <a:endParaRPr sz="2500">
              <a:solidFill>
                <a:srgbClr val="202124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635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ct val="100000"/>
              <a:buFont typeface="Arial"/>
              <a:buChar char="●"/>
            </a:pPr>
            <a:r>
              <a:rPr lang="en-IN" sz="2500">
                <a:solidFill>
                  <a:srgbClr val="202124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Pradhan Mantri Kisan Samman Nidhi- Rs 6000 per annum support to farmers in 3 installments </a:t>
            </a:r>
            <a:endParaRPr sz="2500">
              <a:solidFill>
                <a:srgbClr val="202124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635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ct val="100000"/>
              <a:buFont typeface="Arial"/>
              <a:buChar char="●"/>
            </a:pPr>
            <a:r>
              <a:rPr lang="en-IN" sz="2500">
                <a:solidFill>
                  <a:srgbClr val="202124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Agricultural </a:t>
            </a:r>
            <a:r>
              <a:rPr lang="en-IN" sz="2500">
                <a:solidFill>
                  <a:srgbClr val="202124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infrastructure</a:t>
            </a:r>
            <a:r>
              <a:rPr lang="en-IN" sz="2500">
                <a:solidFill>
                  <a:srgbClr val="202124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fund- around 3% Interest subvention in credit under existing or future government schemes</a:t>
            </a:r>
            <a:endParaRPr sz="2500">
              <a:solidFill>
                <a:srgbClr val="202124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37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Schemes of MoRD</a:t>
            </a:r>
            <a:endParaRPr/>
          </a:p>
        </p:txBody>
      </p:sp>
      <p:sp>
        <p:nvSpPr>
          <p:cNvPr id="653" name="Google Shape;653;p37"/>
          <p:cNvSpPr txBox="1"/>
          <p:nvPr>
            <p:ph idx="1" type="body"/>
          </p:nvPr>
        </p:nvSpPr>
        <p:spPr>
          <a:xfrm>
            <a:off x="1097280" y="1845734"/>
            <a:ext cx="10058400" cy="40233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38"/>
          <p:cNvSpPr txBox="1"/>
          <p:nvPr/>
        </p:nvSpPr>
        <p:spPr>
          <a:xfrm>
            <a:off x="475512" y="-10"/>
            <a:ext cx="112410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IN" sz="5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Resource Provisions- DAY-NRLM</a:t>
            </a:r>
            <a:endParaRPr b="1" i="0" sz="67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60" name="Google Shape;660;p38"/>
          <p:cNvGraphicFramePr/>
          <p:nvPr/>
        </p:nvGraphicFramePr>
        <p:xfrm>
          <a:off x="475437" y="8300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{BAC14612-F737-4C3C-BECB-D3756568E76A}</a:tableStyleId>
              </a:tblPr>
              <a:tblGrid>
                <a:gridCol w="5961825"/>
                <a:gridCol w="5571975"/>
              </a:tblGrid>
              <a:tr h="736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9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Financial Inclusion</a:t>
                      </a:r>
                      <a:endParaRPr sz="29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9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Institution Building and Capacity Building</a:t>
                      </a:r>
                      <a:endParaRPr sz="29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45725" marB="45725" marR="91450" marL="91450"/>
                </a:tc>
              </a:tr>
              <a:tr h="4518275"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Char char="•"/>
                      </a:pPr>
                      <a:r>
                        <a:rPr lang="en-IN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Bank Linkage</a:t>
                      </a:r>
                      <a:endParaRPr i="1" sz="2200" u="none" cap="none" strike="noStrike">
                        <a:solidFill>
                          <a:srgbClr val="CC006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85750" lvl="0" marL="28575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Char char="•"/>
                      </a:pPr>
                      <a:r>
                        <a:rPr b="1" i="0" lang="en-IN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Women Enterprise Fund </a:t>
                      </a:r>
                      <a:r>
                        <a:rPr b="0" i="0" lang="en-IN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 Collateral free Bank Loan up to 10 Lakhs for </a:t>
                      </a:r>
                      <a:r>
                        <a:rPr lang="en-IN" sz="2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SHG Members</a:t>
                      </a:r>
                      <a:r>
                        <a:rPr b="0" i="0" lang="en-IN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0" i="1" lang="en-IN" sz="2200" u="none" cap="none" strike="noStrike">
                          <a:solidFill>
                            <a:srgbClr val="CC006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(interest subvention of 2% for loan up to ₹ 1.5 lakh up to 3 Years)</a:t>
                      </a:r>
                      <a:endParaRPr sz="1600" u="none" cap="none" strike="noStrike"/>
                    </a:p>
                    <a:p>
                      <a:pPr indent="-285750" lvl="0" marL="28575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Char char="•"/>
                      </a:pPr>
                      <a:r>
                        <a:rPr b="1" lang="en-IN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Collateral Free Loan </a:t>
                      </a:r>
                      <a:r>
                        <a:rPr lang="en-IN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 SHGs </a:t>
                      </a:r>
                      <a:r>
                        <a:rPr i="1" lang="en-IN" sz="2200" u="none" cap="none" strike="noStrike">
                          <a:solidFill>
                            <a:srgbClr val="CC006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(Up to Rs.20 Lakh)</a:t>
                      </a:r>
                      <a:endParaRPr sz="1600" u="none" cap="none" strike="noStrike"/>
                    </a:p>
                    <a:p>
                      <a:pPr indent="-285750" lvl="0" marL="28575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Char char="•"/>
                      </a:pPr>
                      <a:r>
                        <a:rPr b="1" i="0" lang="en-IN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Interest Subvention </a:t>
                      </a:r>
                      <a:r>
                        <a:rPr b="0" i="1" lang="en-IN" sz="2200" u="none" cap="none" strike="noStrike">
                          <a:solidFill>
                            <a:srgbClr val="CC006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(Up to Rs 3 Lakh loan @ 7% RoI) </a:t>
                      </a:r>
                      <a:endParaRPr sz="2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-330200" lvl="0" marL="34290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Char char="•"/>
                      </a:pPr>
                      <a:r>
                        <a:rPr lang="en-IN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 Cluster Level Federations</a:t>
                      </a:r>
                      <a:endParaRPr sz="2200" u="none" cap="none" strike="noStrike"/>
                    </a:p>
                    <a:p>
                      <a:pPr indent="-330200" lvl="0" marL="34290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Char char="•"/>
                      </a:pPr>
                      <a:r>
                        <a:rPr b="1" lang="en-IN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Capitalization support </a:t>
                      </a:r>
                      <a:r>
                        <a:rPr b="0" i="1" lang="en-IN" sz="2200" u="none" cap="none" strike="noStrike">
                          <a:solidFill>
                            <a:srgbClr val="CC006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(₹ 1.5 lakh/SHG) </a:t>
                      </a:r>
                      <a:endParaRPr b="0" i="1" sz="2200" u="none" cap="none" strike="noStrike">
                        <a:solidFill>
                          <a:srgbClr val="CC006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661" name="Google Shape;661;p38"/>
          <p:cNvSpPr/>
          <p:nvPr/>
        </p:nvSpPr>
        <p:spPr>
          <a:xfrm>
            <a:off x="2515200" y="6172500"/>
            <a:ext cx="20154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1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Resource Provisions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62" name="Google Shape;662;p38"/>
          <p:cNvSpPr/>
          <p:nvPr/>
        </p:nvSpPr>
        <p:spPr>
          <a:xfrm>
            <a:off x="4530575" y="6172500"/>
            <a:ext cx="21312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8D8D8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Convergence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63" name="Google Shape;663;p38"/>
          <p:cNvSpPr/>
          <p:nvPr/>
        </p:nvSpPr>
        <p:spPr>
          <a:xfrm>
            <a:off x="6643475" y="6172500"/>
            <a:ext cx="18879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Examples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64" name="Google Shape;664;p38"/>
          <p:cNvSpPr/>
          <p:nvPr/>
        </p:nvSpPr>
        <p:spPr>
          <a:xfrm>
            <a:off x="8480038" y="6172500"/>
            <a:ext cx="24348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Questions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wC">
  <a:themeElements>
    <a:clrScheme name="PwC Colors">
      <a:dk1>
        <a:srgbClr val="000000"/>
      </a:dk1>
      <a:lt1>
        <a:srgbClr val="FFFFFF"/>
      </a:lt1>
      <a:dk2>
        <a:srgbClr val="7D7D7D"/>
      </a:dk2>
      <a:lt2>
        <a:srgbClr val="DEDEDE"/>
      </a:lt2>
      <a:accent1>
        <a:srgbClr val="D04A02"/>
      </a:accent1>
      <a:accent2>
        <a:srgbClr val="FFB600"/>
      </a:accent2>
      <a:accent3>
        <a:srgbClr val="E0301E"/>
      </a:accent3>
      <a:accent4>
        <a:srgbClr val="EB8C00"/>
      </a:accent4>
      <a:accent5>
        <a:srgbClr val="DB536A"/>
      </a:accent5>
      <a:accent6>
        <a:srgbClr val="464646"/>
      </a:accent6>
      <a:hlink>
        <a:srgbClr val="D04A02"/>
      </a:hlink>
      <a:folHlink>
        <a:srgbClr val="DB536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